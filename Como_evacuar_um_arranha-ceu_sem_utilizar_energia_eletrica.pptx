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2" r:id="rId4"/>
    <p:sldId id="260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2" r:id="rId13"/>
    <p:sldId id="270" r:id="rId14"/>
    <p:sldId id="27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00AE28-1AAE-4131-A0FD-A055876F60BF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FE007E17-975F-4EE4-8199-4585135BF7AD}">
      <dgm:prSet phldrT="[Texto]"/>
      <dgm:spPr/>
      <dgm:t>
        <a:bodyPr/>
        <a:lstStyle/>
        <a:p>
          <a:r>
            <a:rPr lang="pt-BR" dirty="0"/>
            <a:t>96 andares</a:t>
          </a:r>
        </a:p>
      </dgm:t>
    </dgm:pt>
    <dgm:pt modelId="{00587A3D-9C36-4C70-AE90-E51816DBFC45}" type="parTrans" cxnId="{B80D9510-B907-42AD-9C9C-437518764F50}">
      <dgm:prSet/>
      <dgm:spPr/>
      <dgm:t>
        <a:bodyPr/>
        <a:lstStyle/>
        <a:p>
          <a:endParaRPr lang="pt-BR"/>
        </a:p>
      </dgm:t>
    </dgm:pt>
    <dgm:pt modelId="{E496A1B3-409D-4EB3-928E-65B10819A732}" type="sibTrans" cxnId="{B80D9510-B907-42AD-9C9C-437518764F50}">
      <dgm:prSet/>
      <dgm:spPr/>
      <dgm:t>
        <a:bodyPr/>
        <a:lstStyle/>
        <a:p>
          <a:endParaRPr lang="pt-BR"/>
        </a:p>
      </dgm:t>
    </dgm:pt>
    <dgm:pt modelId="{015B19A1-0CF4-401C-B0D5-B83BAF5642CA}">
      <dgm:prSet phldrT="[Texto]"/>
      <dgm:spPr/>
      <dgm:t>
        <a:bodyPr/>
        <a:lstStyle/>
        <a:p>
          <a:r>
            <a:rPr lang="pt-BR" dirty="0"/>
            <a:t>480 metros de altitude</a:t>
          </a:r>
        </a:p>
      </dgm:t>
    </dgm:pt>
    <dgm:pt modelId="{95CA913B-8271-44EB-94E4-DFB4FB9B519D}" type="parTrans" cxnId="{4F722C45-A49F-4EBD-A9A8-F2154A23F26A}">
      <dgm:prSet/>
      <dgm:spPr/>
      <dgm:t>
        <a:bodyPr/>
        <a:lstStyle/>
        <a:p>
          <a:endParaRPr lang="pt-BR"/>
        </a:p>
      </dgm:t>
    </dgm:pt>
    <dgm:pt modelId="{67CE7D09-6440-4CB1-A188-FFBE8331EF46}" type="sibTrans" cxnId="{4F722C45-A49F-4EBD-A9A8-F2154A23F26A}">
      <dgm:prSet/>
      <dgm:spPr/>
      <dgm:t>
        <a:bodyPr/>
        <a:lstStyle/>
        <a:p>
          <a:endParaRPr lang="pt-BR"/>
        </a:p>
      </dgm:t>
    </dgm:pt>
    <dgm:pt modelId="{A75C5C18-4449-458B-9F9A-9C16D8918BDF}">
      <dgm:prSet phldrT="[Texto]"/>
      <dgm:spPr/>
      <dgm:t>
        <a:bodyPr/>
        <a:lstStyle/>
        <a:p>
          <a:r>
            <a:rPr lang="pt-BR" dirty="0"/>
            <a:t>8640 pessoas</a:t>
          </a:r>
        </a:p>
      </dgm:t>
    </dgm:pt>
    <dgm:pt modelId="{5E840D2E-DBDC-4930-B639-9051DF030652}" type="parTrans" cxnId="{259FDDD0-A11C-4BD4-BC8C-74A3F6B7F665}">
      <dgm:prSet/>
      <dgm:spPr/>
      <dgm:t>
        <a:bodyPr/>
        <a:lstStyle/>
        <a:p>
          <a:endParaRPr lang="pt-BR"/>
        </a:p>
      </dgm:t>
    </dgm:pt>
    <dgm:pt modelId="{D180A2D8-1181-4B6C-8EE9-B2CE86C4988D}" type="sibTrans" cxnId="{259FDDD0-A11C-4BD4-BC8C-74A3F6B7F665}">
      <dgm:prSet/>
      <dgm:spPr/>
      <dgm:t>
        <a:bodyPr/>
        <a:lstStyle/>
        <a:p>
          <a:endParaRPr lang="pt-BR"/>
        </a:p>
      </dgm:t>
    </dgm:pt>
    <dgm:pt modelId="{06FB1206-F7B2-4128-B2D4-926B276F9EDD}" type="pres">
      <dgm:prSet presAssocID="{C700AE28-1AAE-4131-A0FD-A055876F60BF}" presName="linearFlow" presStyleCnt="0">
        <dgm:presLayoutVars>
          <dgm:dir/>
          <dgm:resizeHandles val="exact"/>
        </dgm:presLayoutVars>
      </dgm:prSet>
      <dgm:spPr/>
    </dgm:pt>
    <dgm:pt modelId="{23BF719F-D559-42B5-A1C8-8EE35C02E029}" type="pres">
      <dgm:prSet presAssocID="{FE007E17-975F-4EE4-8199-4585135BF7AD}" presName="composite" presStyleCnt="0"/>
      <dgm:spPr/>
    </dgm:pt>
    <dgm:pt modelId="{9A5227A7-B67D-4110-8E03-B8C591F097A5}" type="pres">
      <dgm:prSet presAssocID="{FE007E17-975F-4EE4-8199-4585135BF7AD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BD0A20D-BA9F-45A3-BE08-BF820541F2D6}" type="pres">
      <dgm:prSet presAssocID="{FE007E17-975F-4EE4-8199-4585135BF7AD}" presName="txShp" presStyleLbl="node1" presStyleIdx="0" presStyleCnt="3">
        <dgm:presLayoutVars>
          <dgm:bulletEnabled val="1"/>
        </dgm:presLayoutVars>
      </dgm:prSet>
      <dgm:spPr/>
    </dgm:pt>
    <dgm:pt modelId="{673F6C17-5F23-4415-863D-AC4ED3BD64CE}" type="pres">
      <dgm:prSet presAssocID="{E496A1B3-409D-4EB3-928E-65B10819A732}" presName="spacing" presStyleCnt="0"/>
      <dgm:spPr/>
    </dgm:pt>
    <dgm:pt modelId="{68E9AE3B-DD0C-4387-836E-4F2C00194693}" type="pres">
      <dgm:prSet presAssocID="{015B19A1-0CF4-401C-B0D5-B83BAF5642CA}" presName="composite" presStyleCnt="0"/>
      <dgm:spPr/>
    </dgm:pt>
    <dgm:pt modelId="{FA36269E-C2B1-4442-B370-DD94B7D46FF3}" type="pres">
      <dgm:prSet presAssocID="{015B19A1-0CF4-401C-B0D5-B83BAF5642CA}" presName="imgShp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F2D760D-F6BC-4472-9F07-F74D337D3909}" type="pres">
      <dgm:prSet presAssocID="{015B19A1-0CF4-401C-B0D5-B83BAF5642CA}" presName="txShp" presStyleLbl="node1" presStyleIdx="1" presStyleCnt="3">
        <dgm:presLayoutVars>
          <dgm:bulletEnabled val="1"/>
        </dgm:presLayoutVars>
      </dgm:prSet>
      <dgm:spPr/>
    </dgm:pt>
    <dgm:pt modelId="{824B3FAB-A32B-4CA6-AC47-9F8E192B1F6C}" type="pres">
      <dgm:prSet presAssocID="{67CE7D09-6440-4CB1-A188-FFBE8331EF46}" presName="spacing" presStyleCnt="0"/>
      <dgm:spPr/>
    </dgm:pt>
    <dgm:pt modelId="{6FB7F48E-0C59-4728-B60B-9358E9003FBC}" type="pres">
      <dgm:prSet presAssocID="{A75C5C18-4449-458B-9F9A-9C16D8918BDF}" presName="composite" presStyleCnt="0"/>
      <dgm:spPr/>
    </dgm:pt>
    <dgm:pt modelId="{14D48F40-E44D-4329-A434-9F3A994C8F6B}" type="pres">
      <dgm:prSet presAssocID="{A75C5C18-4449-458B-9F9A-9C16D8918BDF}" presName="imgShp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380BCA3-A834-44BF-8D91-D7F389B50360}" type="pres">
      <dgm:prSet presAssocID="{A75C5C18-4449-458B-9F9A-9C16D8918BDF}" presName="txShp" presStyleLbl="node1" presStyleIdx="2" presStyleCnt="3">
        <dgm:presLayoutVars>
          <dgm:bulletEnabled val="1"/>
        </dgm:presLayoutVars>
      </dgm:prSet>
      <dgm:spPr/>
    </dgm:pt>
  </dgm:ptLst>
  <dgm:cxnLst>
    <dgm:cxn modelId="{E44AF09F-BDB1-4ABF-BFA3-0611BFA4B722}" type="presOf" srcId="{015B19A1-0CF4-401C-B0D5-B83BAF5642CA}" destId="{0F2D760D-F6BC-4472-9F07-F74D337D3909}" srcOrd="0" destOrd="0" presId="urn:microsoft.com/office/officeart/2005/8/layout/vList3"/>
    <dgm:cxn modelId="{777DDB04-2F4D-48F3-A8BC-2F6FED535C00}" type="presOf" srcId="{FE007E17-975F-4EE4-8199-4585135BF7AD}" destId="{7BD0A20D-BA9F-45A3-BE08-BF820541F2D6}" srcOrd="0" destOrd="0" presId="urn:microsoft.com/office/officeart/2005/8/layout/vList3"/>
    <dgm:cxn modelId="{50A927D3-59ED-46C1-AEB6-519B646755CA}" type="presOf" srcId="{A75C5C18-4449-458B-9F9A-9C16D8918BDF}" destId="{5380BCA3-A834-44BF-8D91-D7F389B50360}" srcOrd="0" destOrd="0" presId="urn:microsoft.com/office/officeart/2005/8/layout/vList3"/>
    <dgm:cxn modelId="{4F722C45-A49F-4EBD-A9A8-F2154A23F26A}" srcId="{C700AE28-1AAE-4131-A0FD-A055876F60BF}" destId="{015B19A1-0CF4-401C-B0D5-B83BAF5642CA}" srcOrd="1" destOrd="0" parTransId="{95CA913B-8271-44EB-94E4-DFB4FB9B519D}" sibTransId="{67CE7D09-6440-4CB1-A188-FFBE8331EF46}"/>
    <dgm:cxn modelId="{259FDDD0-A11C-4BD4-BC8C-74A3F6B7F665}" srcId="{C700AE28-1AAE-4131-A0FD-A055876F60BF}" destId="{A75C5C18-4449-458B-9F9A-9C16D8918BDF}" srcOrd="2" destOrd="0" parTransId="{5E840D2E-DBDC-4930-B639-9051DF030652}" sibTransId="{D180A2D8-1181-4B6C-8EE9-B2CE86C4988D}"/>
    <dgm:cxn modelId="{ABA527BB-05CE-4545-9D92-BF8ABA51252E}" type="presOf" srcId="{C700AE28-1AAE-4131-A0FD-A055876F60BF}" destId="{06FB1206-F7B2-4128-B2D4-926B276F9EDD}" srcOrd="0" destOrd="0" presId="urn:microsoft.com/office/officeart/2005/8/layout/vList3"/>
    <dgm:cxn modelId="{B80D9510-B907-42AD-9C9C-437518764F50}" srcId="{C700AE28-1AAE-4131-A0FD-A055876F60BF}" destId="{FE007E17-975F-4EE4-8199-4585135BF7AD}" srcOrd="0" destOrd="0" parTransId="{00587A3D-9C36-4C70-AE90-E51816DBFC45}" sibTransId="{E496A1B3-409D-4EB3-928E-65B10819A732}"/>
    <dgm:cxn modelId="{2BD64043-EB64-4BB9-86C6-6F287C9C2ED5}" type="presParOf" srcId="{06FB1206-F7B2-4128-B2D4-926B276F9EDD}" destId="{23BF719F-D559-42B5-A1C8-8EE35C02E029}" srcOrd="0" destOrd="0" presId="urn:microsoft.com/office/officeart/2005/8/layout/vList3"/>
    <dgm:cxn modelId="{04666199-9CB3-4980-BD9B-A95F42F66983}" type="presParOf" srcId="{23BF719F-D559-42B5-A1C8-8EE35C02E029}" destId="{9A5227A7-B67D-4110-8E03-B8C591F097A5}" srcOrd="0" destOrd="0" presId="urn:microsoft.com/office/officeart/2005/8/layout/vList3"/>
    <dgm:cxn modelId="{331E05DF-F586-480D-ADA8-48415E81AB86}" type="presParOf" srcId="{23BF719F-D559-42B5-A1C8-8EE35C02E029}" destId="{7BD0A20D-BA9F-45A3-BE08-BF820541F2D6}" srcOrd="1" destOrd="0" presId="urn:microsoft.com/office/officeart/2005/8/layout/vList3"/>
    <dgm:cxn modelId="{45D9B5C4-0413-4191-AFB3-670B89B89D0E}" type="presParOf" srcId="{06FB1206-F7B2-4128-B2D4-926B276F9EDD}" destId="{673F6C17-5F23-4415-863D-AC4ED3BD64CE}" srcOrd="1" destOrd="0" presId="urn:microsoft.com/office/officeart/2005/8/layout/vList3"/>
    <dgm:cxn modelId="{7AE1E951-C993-4299-864F-26E074EE9BB5}" type="presParOf" srcId="{06FB1206-F7B2-4128-B2D4-926B276F9EDD}" destId="{68E9AE3B-DD0C-4387-836E-4F2C00194693}" srcOrd="2" destOrd="0" presId="urn:microsoft.com/office/officeart/2005/8/layout/vList3"/>
    <dgm:cxn modelId="{D8E4993E-74B9-4D10-B85F-C8B6C87D684B}" type="presParOf" srcId="{68E9AE3B-DD0C-4387-836E-4F2C00194693}" destId="{FA36269E-C2B1-4442-B370-DD94B7D46FF3}" srcOrd="0" destOrd="0" presId="urn:microsoft.com/office/officeart/2005/8/layout/vList3"/>
    <dgm:cxn modelId="{6FF9A86E-4D64-4839-8492-0F626FA4EFC6}" type="presParOf" srcId="{68E9AE3B-DD0C-4387-836E-4F2C00194693}" destId="{0F2D760D-F6BC-4472-9F07-F74D337D3909}" srcOrd="1" destOrd="0" presId="urn:microsoft.com/office/officeart/2005/8/layout/vList3"/>
    <dgm:cxn modelId="{70B5CC1B-EA85-4397-BD81-1389FF081FC5}" type="presParOf" srcId="{06FB1206-F7B2-4128-B2D4-926B276F9EDD}" destId="{824B3FAB-A32B-4CA6-AC47-9F8E192B1F6C}" srcOrd="3" destOrd="0" presId="urn:microsoft.com/office/officeart/2005/8/layout/vList3"/>
    <dgm:cxn modelId="{D90CEF8B-F126-4A1A-9927-54679BFD76B9}" type="presParOf" srcId="{06FB1206-F7B2-4128-B2D4-926B276F9EDD}" destId="{6FB7F48E-0C59-4728-B60B-9358E9003FBC}" srcOrd="4" destOrd="0" presId="urn:microsoft.com/office/officeart/2005/8/layout/vList3"/>
    <dgm:cxn modelId="{CBF3760A-C467-451E-95AE-2989F8329C19}" type="presParOf" srcId="{6FB7F48E-0C59-4728-B60B-9358E9003FBC}" destId="{14D48F40-E44D-4329-A434-9F3A994C8F6B}" srcOrd="0" destOrd="0" presId="urn:microsoft.com/office/officeart/2005/8/layout/vList3"/>
    <dgm:cxn modelId="{8633FBAD-8176-4F93-9B7D-F62D15FC23A1}" type="presParOf" srcId="{6FB7F48E-0C59-4728-B60B-9358E9003FBC}" destId="{5380BCA3-A834-44BF-8D91-D7F389B5036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00AE28-1AAE-4131-A0FD-A055876F60BF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FE007E17-975F-4EE4-8199-4585135BF7AD}">
      <dgm:prSet phldrT="[Texto]"/>
      <dgm:spPr/>
      <dgm:t>
        <a:bodyPr/>
        <a:lstStyle/>
        <a:p>
          <a:r>
            <a:rPr lang="pt-BR" dirty="0"/>
            <a:t>90 pessoas por andar</a:t>
          </a:r>
        </a:p>
      </dgm:t>
    </dgm:pt>
    <dgm:pt modelId="{00587A3D-9C36-4C70-AE90-E51816DBFC45}" type="parTrans" cxnId="{B80D9510-B907-42AD-9C9C-437518764F50}">
      <dgm:prSet/>
      <dgm:spPr/>
      <dgm:t>
        <a:bodyPr/>
        <a:lstStyle/>
        <a:p>
          <a:endParaRPr lang="pt-BR"/>
        </a:p>
      </dgm:t>
    </dgm:pt>
    <dgm:pt modelId="{E496A1B3-409D-4EB3-928E-65B10819A732}" type="sibTrans" cxnId="{B80D9510-B907-42AD-9C9C-437518764F50}">
      <dgm:prSet/>
      <dgm:spPr/>
      <dgm:t>
        <a:bodyPr/>
        <a:lstStyle/>
        <a:p>
          <a:endParaRPr lang="pt-BR"/>
        </a:p>
      </dgm:t>
    </dgm:pt>
    <dgm:pt modelId="{015B19A1-0CF4-401C-B0D5-B83BAF5642CA}">
      <dgm:prSet phldrT="[Texto]"/>
      <dgm:spPr/>
      <dgm:t>
        <a:bodyPr/>
        <a:lstStyle/>
        <a:p>
          <a:r>
            <a:rPr lang="pt-BR" dirty="0"/>
            <a:t>12 elevadores de evacuação</a:t>
          </a:r>
        </a:p>
      </dgm:t>
    </dgm:pt>
    <dgm:pt modelId="{95CA913B-8271-44EB-94E4-DFB4FB9B519D}" type="parTrans" cxnId="{4F722C45-A49F-4EBD-A9A8-F2154A23F26A}">
      <dgm:prSet/>
      <dgm:spPr/>
      <dgm:t>
        <a:bodyPr/>
        <a:lstStyle/>
        <a:p>
          <a:endParaRPr lang="pt-BR"/>
        </a:p>
      </dgm:t>
    </dgm:pt>
    <dgm:pt modelId="{67CE7D09-6440-4CB1-A188-FFBE8331EF46}" type="sibTrans" cxnId="{4F722C45-A49F-4EBD-A9A8-F2154A23F26A}">
      <dgm:prSet/>
      <dgm:spPr/>
      <dgm:t>
        <a:bodyPr/>
        <a:lstStyle/>
        <a:p>
          <a:endParaRPr lang="pt-BR"/>
        </a:p>
      </dgm:t>
    </dgm:pt>
    <dgm:pt modelId="{A75C5C18-4449-458B-9F9A-9C16D8918BDF}">
      <dgm:prSet phldrT="[Texto]"/>
      <dgm:spPr/>
      <dgm:t>
        <a:bodyPr/>
        <a:lstStyle/>
        <a:p>
          <a:r>
            <a:rPr lang="pt-BR" dirty="0"/>
            <a:t>2518 degraus </a:t>
          </a:r>
        </a:p>
      </dgm:t>
    </dgm:pt>
    <dgm:pt modelId="{5E840D2E-DBDC-4930-B639-9051DF030652}" type="parTrans" cxnId="{259FDDD0-A11C-4BD4-BC8C-74A3F6B7F665}">
      <dgm:prSet/>
      <dgm:spPr/>
      <dgm:t>
        <a:bodyPr/>
        <a:lstStyle/>
        <a:p>
          <a:endParaRPr lang="pt-BR"/>
        </a:p>
      </dgm:t>
    </dgm:pt>
    <dgm:pt modelId="{D180A2D8-1181-4B6C-8EE9-B2CE86C4988D}" type="sibTrans" cxnId="{259FDDD0-A11C-4BD4-BC8C-74A3F6B7F665}">
      <dgm:prSet/>
      <dgm:spPr/>
      <dgm:t>
        <a:bodyPr/>
        <a:lstStyle/>
        <a:p>
          <a:endParaRPr lang="pt-BR"/>
        </a:p>
      </dgm:t>
    </dgm:pt>
    <dgm:pt modelId="{06FB1206-F7B2-4128-B2D4-926B276F9EDD}" type="pres">
      <dgm:prSet presAssocID="{C700AE28-1AAE-4131-A0FD-A055876F60BF}" presName="linearFlow" presStyleCnt="0">
        <dgm:presLayoutVars>
          <dgm:dir/>
          <dgm:resizeHandles val="exact"/>
        </dgm:presLayoutVars>
      </dgm:prSet>
      <dgm:spPr/>
    </dgm:pt>
    <dgm:pt modelId="{23BF719F-D559-42B5-A1C8-8EE35C02E029}" type="pres">
      <dgm:prSet presAssocID="{FE007E17-975F-4EE4-8199-4585135BF7AD}" presName="composite" presStyleCnt="0"/>
      <dgm:spPr/>
    </dgm:pt>
    <dgm:pt modelId="{9A5227A7-B67D-4110-8E03-B8C591F097A5}" type="pres">
      <dgm:prSet presAssocID="{FE007E17-975F-4EE4-8199-4585135BF7AD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7BD0A20D-BA9F-45A3-BE08-BF820541F2D6}" type="pres">
      <dgm:prSet presAssocID="{FE007E17-975F-4EE4-8199-4585135BF7AD}" presName="txShp" presStyleLbl="node1" presStyleIdx="0" presStyleCnt="3">
        <dgm:presLayoutVars>
          <dgm:bulletEnabled val="1"/>
        </dgm:presLayoutVars>
      </dgm:prSet>
      <dgm:spPr/>
    </dgm:pt>
    <dgm:pt modelId="{673F6C17-5F23-4415-863D-AC4ED3BD64CE}" type="pres">
      <dgm:prSet presAssocID="{E496A1B3-409D-4EB3-928E-65B10819A732}" presName="spacing" presStyleCnt="0"/>
      <dgm:spPr/>
    </dgm:pt>
    <dgm:pt modelId="{68E9AE3B-DD0C-4387-836E-4F2C00194693}" type="pres">
      <dgm:prSet presAssocID="{015B19A1-0CF4-401C-B0D5-B83BAF5642CA}" presName="composite" presStyleCnt="0"/>
      <dgm:spPr/>
    </dgm:pt>
    <dgm:pt modelId="{FA36269E-C2B1-4442-B370-DD94B7D46FF3}" type="pres">
      <dgm:prSet presAssocID="{015B19A1-0CF4-401C-B0D5-B83BAF5642CA}" presName="imgShp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F2D760D-F6BC-4472-9F07-F74D337D3909}" type="pres">
      <dgm:prSet presAssocID="{015B19A1-0CF4-401C-B0D5-B83BAF5642CA}" presName="txShp" presStyleLbl="node1" presStyleIdx="1" presStyleCnt="3">
        <dgm:presLayoutVars>
          <dgm:bulletEnabled val="1"/>
        </dgm:presLayoutVars>
      </dgm:prSet>
      <dgm:spPr/>
    </dgm:pt>
    <dgm:pt modelId="{824B3FAB-A32B-4CA6-AC47-9F8E192B1F6C}" type="pres">
      <dgm:prSet presAssocID="{67CE7D09-6440-4CB1-A188-FFBE8331EF46}" presName="spacing" presStyleCnt="0"/>
      <dgm:spPr/>
    </dgm:pt>
    <dgm:pt modelId="{6FB7F48E-0C59-4728-B60B-9358E9003FBC}" type="pres">
      <dgm:prSet presAssocID="{A75C5C18-4449-458B-9F9A-9C16D8918BDF}" presName="composite" presStyleCnt="0"/>
      <dgm:spPr/>
    </dgm:pt>
    <dgm:pt modelId="{14D48F40-E44D-4329-A434-9F3A994C8F6B}" type="pres">
      <dgm:prSet presAssocID="{A75C5C18-4449-458B-9F9A-9C16D8918BDF}" presName="imgShp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380BCA3-A834-44BF-8D91-D7F389B50360}" type="pres">
      <dgm:prSet presAssocID="{A75C5C18-4449-458B-9F9A-9C16D8918BDF}" presName="txShp" presStyleLbl="node1" presStyleIdx="2" presStyleCnt="3">
        <dgm:presLayoutVars>
          <dgm:bulletEnabled val="1"/>
        </dgm:presLayoutVars>
      </dgm:prSet>
      <dgm:spPr/>
    </dgm:pt>
  </dgm:ptLst>
  <dgm:cxnLst>
    <dgm:cxn modelId="{C251786D-880D-4DDE-8BC7-5608E09CABAC}" type="presOf" srcId="{015B19A1-0CF4-401C-B0D5-B83BAF5642CA}" destId="{0F2D760D-F6BC-4472-9F07-F74D337D3909}" srcOrd="0" destOrd="0" presId="urn:microsoft.com/office/officeart/2005/8/layout/vList3"/>
    <dgm:cxn modelId="{B80D9510-B907-42AD-9C9C-437518764F50}" srcId="{C700AE28-1AAE-4131-A0FD-A055876F60BF}" destId="{FE007E17-975F-4EE4-8199-4585135BF7AD}" srcOrd="0" destOrd="0" parTransId="{00587A3D-9C36-4C70-AE90-E51816DBFC45}" sibTransId="{E496A1B3-409D-4EB3-928E-65B10819A732}"/>
    <dgm:cxn modelId="{4F722C45-A49F-4EBD-A9A8-F2154A23F26A}" srcId="{C700AE28-1AAE-4131-A0FD-A055876F60BF}" destId="{015B19A1-0CF4-401C-B0D5-B83BAF5642CA}" srcOrd="1" destOrd="0" parTransId="{95CA913B-8271-44EB-94E4-DFB4FB9B519D}" sibTransId="{67CE7D09-6440-4CB1-A188-FFBE8331EF46}"/>
    <dgm:cxn modelId="{259FDDD0-A11C-4BD4-BC8C-74A3F6B7F665}" srcId="{C700AE28-1AAE-4131-A0FD-A055876F60BF}" destId="{A75C5C18-4449-458B-9F9A-9C16D8918BDF}" srcOrd="2" destOrd="0" parTransId="{5E840D2E-DBDC-4930-B639-9051DF030652}" sibTransId="{D180A2D8-1181-4B6C-8EE9-B2CE86C4988D}"/>
    <dgm:cxn modelId="{186B2906-0403-4E0E-B67B-755882219C8B}" type="presOf" srcId="{FE007E17-975F-4EE4-8199-4585135BF7AD}" destId="{7BD0A20D-BA9F-45A3-BE08-BF820541F2D6}" srcOrd="0" destOrd="0" presId="urn:microsoft.com/office/officeart/2005/8/layout/vList3"/>
    <dgm:cxn modelId="{E87E27AF-BBDB-4602-8256-7E52BA50F8DB}" type="presOf" srcId="{C700AE28-1AAE-4131-A0FD-A055876F60BF}" destId="{06FB1206-F7B2-4128-B2D4-926B276F9EDD}" srcOrd="0" destOrd="0" presId="urn:microsoft.com/office/officeart/2005/8/layout/vList3"/>
    <dgm:cxn modelId="{FC9FEB29-A025-4193-A6A0-4FB7268E835A}" type="presOf" srcId="{A75C5C18-4449-458B-9F9A-9C16D8918BDF}" destId="{5380BCA3-A834-44BF-8D91-D7F389B50360}" srcOrd="0" destOrd="0" presId="urn:microsoft.com/office/officeart/2005/8/layout/vList3"/>
    <dgm:cxn modelId="{083B9E51-C4C6-46AB-9CF2-4078F26A1B41}" type="presParOf" srcId="{06FB1206-F7B2-4128-B2D4-926B276F9EDD}" destId="{23BF719F-D559-42B5-A1C8-8EE35C02E029}" srcOrd="0" destOrd="0" presId="urn:microsoft.com/office/officeart/2005/8/layout/vList3"/>
    <dgm:cxn modelId="{DBC77ADC-9BB0-4E41-B1B1-A3F40C12ED92}" type="presParOf" srcId="{23BF719F-D559-42B5-A1C8-8EE35C02E029}" destId="{9A5227A7-B67D-4110-8E03-B8C591F097A5}" srcOrd="0" destOrd="0" presId="urn:microsoft.com/office/officeart/2005/8/layout/vList3"/>
    <dgm:cxn modelId="{6E550E42-C82E-4D59-A0F2-2300670C86EC}" type="presParOf" srcId="{23BF719F-D559-42B5-A1C8-8EE35C02E029}" destId="{7BD0A20D-BA9F-45A3-BE08-BF820541F2D6}" srcOrd="1" destOrd="0" presId="urn:microsoft.com/office/officeart/2005/8/layout/vList3"/>
    <dgm:cxn modelId="{FB42C429-1658-4F4A-A8C5-C15B4B6F9B52}" type="presParOf" srcId="{06FB1206-F7B2-4128-B2D4-926B276F9EDD}" destId="{673F6C17-5F23-4415-863D-AC4ED3BD64CE}" srcOrd="1" destOrd="0" presId="urn:microsoft.com/office/officeart/2005/8/layout/vList3"/>
    <dgm:cxn modelId="{D78CEF2E-C425-40D7-BCAA-A0E36003C8E0}" type="presParOf" srcId="{06FB1206-F7B2-4128-B2D4-926B276F9EDD}" destId="{68E9AE3B-DD0C-4387-836E-4F2C00194693}" srcOrd="2" destOrd="0" presId="urn:microsoft.com/office/officeart/2005/8/layout/vList3"/>
    <dgm:cxn modelId="{22259BE9-98C6-4643-B8C2-2C1C8337692F}" type="presParOf" srcId="{68E9AE3B-DD0C-4387-836E-4F2C00194693}" destId="{FA36269E-C2B1-4442-B370-DD94B7D46FF3}" srcOrd="0" destOrd="0" presId="urn:microsoft.com/office/officeart/2005/8/layout/vList3"/>
    <dgm:cxn modelId="{79E6BBE0-FF02-4C2F-95A5-0DDF13281F4F}" type="presParOf" srcId="{68E9AE3B-DD0C-4387-836E-4F2C00194693}" destId="{0F2D760D-F6BC-4472-9F07-F74D337D3909}" srcOrd="1" destOrd="0" presId="urn:microsoft.com/office/officeart/2005/8/layout/vList3"/>
    <dgm:cxn modelId="{D03630DF-8772-430E-9A5F-ADCD63672EC2}" type="presParOf" srcId="{06FB1206-F7B2-4128-B2D4-926B276F9EDD}" destId="{824B3FAB-A32B-4CA6-AC47-9F8E192B1F6C}" srcOrd="3" destOrd="0" presId="urn:microsoft.com/office/officeart/2005/8/layout/vList3"/>
    <dgm:cxn modelId="{339B6F11-C705-4CE5-AF77-90252D91F712}" type="presParOf" srcId="{06FB1206-F7B2-4128-B2D4-926B276F9EDD}" destId="{6FB7F48E-0C59-4728-B60B-9358E9003FBC}" srcOrd="4" destOrd="0" presId="urn:microsoft.com/office/officeart/2005/8/layout/vList3"/>
    <dgm:cxn modelId="{A76024FF-C363-4A36-800B-2373214C9DE2}" type="presParOf" srcId="{6FB7F48E-0C59-4728-B60B-9358E9003FBC}" destId="{14D48F40-E44D-4329-A434-9F3A994C8F6B}" srcOrd="0" destOrd="0" presId="urn:microsoft.com/office/officeart/2005/8/layout/vList3"/>
    <dgm:cxn modelId="{4814D5F3-A69E-4F17-946D-7C3539B498DB}" type="presParOf" srcId="{6FB7F48E-0C59-4728-B60B-9358E9003FBC}" destId="{5380BCA3-A834-44BF-8D91-D7F389B5036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00AE28-1AAE-4131-A0FD-A055876F60BF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FE007E17-975F-4EE4-8199-4585135BF7AD}">
      <dgm:prSet phldrT="[Texto]"/>
      <dgm:spPr/>
      <dgm:t>
        <a:bodyPr/>
        <a:lstStyle/>
        <a:p>
          <a:r>
            <a:rPr lang="pt-BR" dirty="0"/>
            <a:t>12 elevadores de evacuação</a:t>
          </a:r>
        </a:p>
      </dgm:t>
    </dgm:pt>
    <dgm:pt modelId="{00587A3D-9C36-4C70-AE90-E51816DBFC45}" type="parTrans" cxnId="{B80D9510-B907-42AD-9C9C-437518764F50}">
      <dgm:prSet/>
      <dgm:spPr/>
      <dgm:t>
        <a:bodyPr/>
        <a:lstStyle/>
        <a:p>
          <a:endParaRPr lang="pt-BR"/>
        </a:p>
      </dgm:t>
    </dgm:pt>
    <dgm:pt modelId="{E496A1B3-409D-4EB3-928E-65B10819A732}" type="sibTrans" cxnId="{B80D9510-B907-42AD-9C9C-437518764F50}">
      <dgm:prSet/>
      <dgm:spPr/>
      <dgm:t>
        <a:bodyPr/>
        <a:lstStyle/>
        <a:p>
          <a:endParaRPr lang="pt-BR"/>
        </a:p>
      </dgm:t>
    </dgm:pt>
    <dgm:pt modelId="{015B19A1-0CF4-401C-B0D5-B83BAF5642CA}">
      <dgm:prSet phldrT="[Texto]"/>
      <dgm:spPr/>
      <dgm:t>
        <a:bodyPr/>
        <a:lstStyle/>
        <a:p>
          <a:r>
            <a:rPr lang="pt-BR" dirty="0"/>
            <a:t>2 x 2 x 2,5m</a:t>
          </a:r>
        </a:p>
      </dgm:t>
    </dgm:pt>
    <dgm:pt modelId="{95CA913B-8271-44EB-94E4-DFB4FB9B519D}" type="parTrans" cxnId="{4F722C45-A49F-4EBD-A9A8-F2154A23F26A}">
      <dgm:prSet/>
      <dgm:spPr/>
      <dgm:t>
        <a:bodyPr/>
        <a:lstStyle/>
        <a:p>
          <a:endParaRPr lang="pt-BR"/>
        </a:p>
      </dgm:t>
    </dgm:pt>
    <dgm:pt modelId="{67CE7D09-6440-4CB1-A188-FFBE8331EF46}" type="sibTrans" cxnId="{4F722C45-A49F-4EBD-A9A8-F2154A23F26A}">
      <dgm:prSet/>
      <dgm:spPr/>
      <dgm:t>
        <a:bodyPr/>
        <a:lstStyle/>
        <a:p>
          <a:endParaRPr lang="pt-BR"/>
        </a:p>
      </dgm:t>
    </dgm:pt>
    <dgm:pt modelId="{A75C5C18-4449-458B-9F9A-9C16D8918BDF}">
      <dgm:prSet phldrT="[Texto]"/>
      <dgm:spPr/>
      <dgm:t>
        <a:bodyPr/>
        <a:lstStyle/>
        <a:p>
          <a:r>
            <a:rPr lang="pt-BR" dirty="0"/>
            <a:t>30 pessoas por deck</a:t>
          </a:r>
        </a:p>
      </dgm:t>
    </dgm:pt>
    <dgm:pt modelId="{5E840D2E-DBDC-4930-B639-9051DF030652}" type="parTrans" cxnId="{259FDDD0-A11C-4BD4-BC8C-74A3F6B7F665}">
      <dgm:prSet/>
      <dgm:spPr/>
      <dgm:t>
        <a:bodyPr/>
        <a:lstStyle/>
        <a:p>
          <a:endParaRPr lang="pt-BR"/>
        </a:p>
      </dgm:t>
    </dgm:pt>
    <dgm:pt modelId="{D180A2D8-1181-4B6C-8EE9-B2CE86C4988D}" type="sibTrans" cxnId="{259FDDD0-A11C-4BD4-BC8C-74A3F6B7F665}">
      <dgm:prSet/>
      <dgm:spPr/>
      <dgm:t>
        <a:bodyPr/>
        <a:lstStyle/>
        <a:p>
          <a:endParaRPr lang="pt-BR"/>
        </a:p>
      </dgm:t>
    </dgm:pt>
    <dgm:pt modelId="{06FB1206-F7B2-4128-B2D4-926B276F9EDD}" type="pres">
      <dgm:prSet presAssocID="{C700AE28-1AAE-4131-A0FD-A055876F60BF}" presName="linearFlow" presStyleCnt="0">
        <dgm:presLayoutVars>
          <dgm:dir/>
          <dgm:resizeHandles val="exact"/>
        </dgm:presLayoutVars>
      </dgm:prSet>
      <dgm:spPr/>
    </dgm:pt>
    <dgm:pt modelId="{23BF719F-D559-42B5-A1C8-8EE35C02E029}" type="pres">
      <dgm:prSet presAssocID="{FE007E17-975F-4EE4-8199-4585135BF7AD}" presName="composite" presStyleCnt="0"/>
      <dgm:spPr/>
    </dgm:pt>
    <dgm:pt modelId="{9A5227A7-B67D-4110-8E03-B8C591F097A5}" type="pres">
      <dgm:prSet presAssocID="{FE007E17-975F-4EE4-8199-4585135BF7AD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BD0A20D-BA9F-45A3-BE08-BF820541F2D6}" type="pres">
      <dgm:prSet presAssocID="{FE007E17-975F-4EE4-8199-4585135BF7AD}" presName="txShp" presStyleLbl="node1" presStyleIdx="0" presStyleCnt="3">
        <dgm:presLayoutVars>
          <dgm:bulletEnabled val="1"/>
        </dgm:presLayoutVars>
      </dgm:prSet>
      <dgm:spPr/>
    </dgm:pt>
    <dgm:pt modelId="{673F6C17-5F23-4415-863D-AC4ED3BD64CE}" type="pres">
      <dgm:prSet presAssocID="{E496A1B3-409D-4EB3-928E-65B10819A732}" presName="spacing" presStyleCnt="0"/>
      <dgm:spPr/>
    </dgm:pt>
    <dgm:pt modelId="{68E9AE3B-DD0C-4387-836E-4F2C00194693}" type="pres">
      <dgm:prSet presAssocID="{015B19A1-0CF4-401C-B0D5-B83BAF5642CA}" presName="composite" presStyleCnt="0"/>
      <dgm:spPr/>
    </dgm:pt>
    <dgm:pt modelId="{FA36269E-C2B1-4442-B370-DD94B7D46FF3}" type="pres">
      <dgm:prSet presAssocID="{015B19A1-0CF4-401C-B0D5-B83BAF5642CA}" presName="imgShp" presStyleLbl="fgImgPlace1" presStyleIdx="1" presStyleCnt="3"/>
      <dgm:spPr>
        <a:solidFill>
          <a:schemeClr val="bg1"/>
        </a:solidFill>
      </dgm:spPr>
    </dgm:pt>
    <dgm:pt modelId="{0F2D760D-F6BC-4472-9F07-F74D337D3909}" type="pres">
      <dgm:prSet presAssocID="{015B19A1-0CF4-401C-B0D5-B83BAF5642CA}" presName="txShp" presStyleLbl="node1" presStyleIdx="1" presStyleCnt="3">
        <dgm:presLayoutVars>
          <dgm:bulletEnabled val="1"/>
        </dgm:presLayoutVars>
      </dgm:prSet>
      <dgm:spPr/>
    </dgm:pt>
    <dgm:pt modelId="{824B3FAB-A32B-4CA6-AC47-9F8E192B1F6C}" type="pres">
      <dgm:prSet presAssocID="{67CE7D09-6440-4CB1-A188-FFBE8331EF46}" presName="spacing" presStyleCnt="0"/>
      <dgm:spPr/>
    </dgm:pt>
    <dgm:pt modelId="{6FB7F48E-0C59-4728-B60B-9358E9003FBC}" type="pres">
      <dgm:prSet presAssocID="{A75C5C18-4449-458B-9F9A-9C16D8918BDF}" presName="composite" presStyleCnt="0"/>
      <dgm:spPr/>
    </dgm:pt>
    <dgm:pt modelId="{14D48F40-E44D-4329-A434-9F3A994C8F6B}" type="pres">
      <dgm:prSet presAssocID="{A75C5C18-4449-458B-9F9A-9C16D8918BDF}" presName="imgShp" presStyleLbl="fgImgPlace1" presStyleIdx="2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</dgm:spPr>
    </dgm:pt>
    <dgm:pt modelId="{5380BCA3-A834-44BF-8D91-D7F389B50360}" type="pres">
      <dgm:prSet presAssocID="{A75C5C18-4449-458B-9F9A-9C16D8918BDF}" presName="txShp" presStyleLbl="node1" presStyleIdx="2" presStyleCnt="3">
        <dgm:presLayoutVars>
          <dgm:bulletEnabled val="1"/>
        </dgm:presLayoutVars>
      </dgm:prSet>
      <dgm:spPr/>
    </dgm:pt>
  </dgm:ptLst>
  <dgm:cxnLst>
    <dgm:cxn modelId="{5826B207-55DA-43E0-B389-6C7D7C80806C}" type="presOf" srcId="{015B19A1-0CF4-401C-B0D5-B83BAF5642CA}" destId="{0F2D760D-F6BC-4472-9F07-F74D337D3909}" srcOrd="0" destOrd="0" presId="urn:microsoft.com/office/officeart/2005/8/layout/vList3"/>
    <dgm:cxn modelId="{B6026BFF-A84B-4C4F-851C-289411CE7938}" type="presOf" srcId="{A75C5C18-4449-458B-9F9A-9C16D8918BDF}" destId="{5380BCA3-A834-44BF-8D91-D7F389B50360}" srcOrd="0" destOrd="0" presId="urn:microsoft.com/office/officeart/2005/8/layout/vList3"/>
    <dgm:cxn modelId="{421ABA25-5234-4F2E-B76F-4D6ECEFF247C}" type="presOf" srcId="{FE007E17-975F-4EE4-8199-4585135BF7AD}" destId="{7BD0A20D-BA9F-45A3-BE08-BF820541F2D6}" srcOrd="0" destOrd="0" presId="urn:microsoft.com/office/officeart/2005/8/layout/vList3"/>
    <dgm:cxn modelId="{B80D9510-B907-42AD-9C9C-437518764F50}" srcId="{C700AE28-1AAE-4131-A0FD-A055876F60BF}" destId="{FE007E17-975F-4EE4-8199-4585135BF7AD}" srcOrd="0" destOrd="0" parTransId="{00587A3D-9C36-4C70-AE90-E51816DBFC45}" sibTransId="{E496A1B3-409D-4EB3-928E-65B10819A732}"/>
    <dgm:cxn modelId="{4F722C45-A49F-4EBD-A9A8-F2154A23F26A}" srcId="{C700AE28-1AAE-4131-A0FD-A055876F60BF}" destId="{015B19A1-0CF4-401C-B0D5-B83BAF5642CA}" srcOrd="1" destOrd="0" parTransId="{95CA913B-8271-44EB-94E4-DFB4FB9B519D}" sibTransId="{67CE7D09-6440-4CB1-A188-FFBE8331EF46}"/>
    <dgm:cxn modelId="{259FDDD0-A11C-4BD4-BC8C-74A3F6B7F665}" srcId="{C700AE28-1AAE-4131-A0FD-A055876F60BF}" destId="{A75C5C18-4449-458B-9F9A-9C16D8918BDF}" srcOrd="2" destOrd="0" parTransId="{5E840D2E-DBDC-4930-B639-9051DF030652}" sibTransId="{D180A2D8-1181-4B6C-8EE9-B2CE86C4988D}"/>
    <dgm:cxn modelId="{CE6BDE64-742E-447B-818A-A28C1EF8FCA2}" type="presOf" srcId="{C700AE28-1AAE-4131-A0FD-A055876F60BF}" destId="{06FB1206-F7B2-4128-B2D4-926B276F9EDD}" srcOrd="0" destOrd="0" presId="urn:microsoft.com/office/officeart/2005/8/layout/vList3"/>
    <dgm:cxn modelId="{59E819BA-C52A-451F-A9CA-FE133FA4B831}" type="presParOf" srcId="{06FB1206-F7B2-4128-B2D4-926B276F9EDD}" destId="{23BF719F-D559-42B5-A1C8-8EE35C02E029}" srcOrd="0" destOrd="0" presId="urn:microsoft.com/office/officeart/2005/8/layout/vList3"/>
    <dgm:cxn modelId="{7DEF5A86-EF5B-400A-A203-55229EA3A954}" type="presParOf" srcId="{23BF719F-D559-42B5-A1C8-8EE35C02E029}" destId="{9A5227A7-B67D-4110-8E03-B8C591F097A5}" srcOrd="0" destOrd="0" presId="urn:microsoft.com/office/officeart/2005/8/layout/vList3"/>
    <dgm:cxn modelId="{1FCF584E-F41D-4DE6-96D4-0D3847FD0E18}" type="presParOf" srcId="{23BF719F-D559-42B5-A1C8-8EE35C02E029}" destId="{7BD0A20D-BA9F-45A3-BE08-BF820541F2D6}" srcOrd="1" destOrd="0" presId="urn:microsoft.com/office/officeart/2005/8/layout/vList3"/>
    <dgm:cxn modelId="{9AD1411C-C1D8-4B56-B63C-91562B7436F8}" type="presParOf" srcId="{06FB1206-F7B2-4128-B2D4-926B276F9EDD}" destId="{673F6C17-5F23-4415-863D-AC4ED3BD64CE}" srcOrd="1" destOrd="0" presId="urn:microsoft.com/office/officeart/2005/8/layout/vList3"/>
    <dgm:cxn modelId="{9BDC1523-6074-40AE-88C6-F204458F2A2E}" type="presParOf" srcId="{06FB1206-F7B2-4128-B2D4-926B276F9EDD}" destId="{68E9AE3B-DD0C-4387-836E-4F2C00194693}" srcOrd="2" destOrd="0" presId="urn:microsoft.com/office/officeart/2005/8/layout/vList3"/>
    <dgm:cxn modelId="{7291EC44-42E0-434C-9A72-13A4064706B7}" type="presParOf" srcId="{68E9AE3B-DD0C-4387-836E-4F2C00194693}" destId="{FA36269E-C2B1-4442-B370-DD94B7D46FF3}" srcOrd="0" destOrd="0" presId="urn:microsoft.com/office/officeart/2005/8/layout/vList3"/>
    <dgm:cxn modelId="{33767E20-95F5-4E4A-9E56-2110AA6BEE00}" type="presParOf" srcId="{68E9AE3B-DD0C-4387-836E-4F2C00194693}" destId="{0F2D760D-F6BC-4472-9F07-F74D337D3909}" srcOrd="1" destOrd="0" presId="urn:microsoft.com/office/officeart/2005/8/layout/vList3"/>
    <dgm:cxn modelId="{D2B0C3CB-80F8-4CA1-A3C6-1FD0107F1A74}" type="presParOf" srcId="{06FB1206-F7B2-4128-B2D4-926B276F9EDD}" destId="{824B3FAB-A32B-4CA6-AC47-9F8E192B1F6C}" srcOrd="3" destOrd="0" presId="urn:microsoft.com/office/officeart/2005/8/layout/vList3"/>
    <dgm:cxn modelId="{E1300825-6F5A-4604-92EC-3E9C6A7C05AD}" type="presParOf" srcId="{06FB1206-F7B2-4128-B2D4-926B276F9EDD}" destId="{6FB7F48E-0C59-4728-B60B-9358E9003FBC}" srcOrd="4" destOrd="0" presId="urn:microsoft.com/office/officeart/2005/8/layout/vList3"/>
    <dgm:cxn modelId="{FD7734C9-7F14-4FD5-AA10-A95275625044}" type="presParOf" srcId="{6FB7F48E-0C59-4728-B60B-9358E9003FBC}" destId="{14D48F40-E44D-4329-A434-9F3A994C8F6B}" srcOrd="0" destOrd="0" presId="urn:microsoft.com/office/officeart/2005/8/layout/vList3"/>
    <dgm:cxn modelId="{68D1103B-A2A7-4052-A84F-D539819DB184}" type="presParOf" srcId="{6FB7F48E-0C59-4728-B60B-9358E9003FBC}" destId="{5380BCA3-A834-44BF-8D91-D7F389B5036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00AE28-1AAE-4131-A0FD-A055876F60BF}" type="doc">
      <dgm:prSet loTypeId="urn:microsoft.com/office/officeart/2005/8/layout/vList3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pt-BR"/>
        </a:p>
      </dgm:t>
    </dgm:pt>
    <dgm:pt modelId="{FE007E17-975F-4EE4-8199-4585135BF7AD}">
      <dgm:prSet phldrT="[Texto]"/>
      <dgm:spPr/>
      <dgm:t>
        <a:bodyPr/>
        <a:lstStyle/>
        <a:p>
          <a:r>
            <a:rPr lang="pt-BR" dirty="0"/>
            <a:t>1500kg</a:t>
          </a:r>
        </a:p>
      </dgm:t>
    </dgm:pt>
    <dgm:pt modelId="{00587A3D-9C36-4C70-AE90-E51816DBFC45}" type="parTrans" cxnId="{B80D9510-B907-42AD-9C9C-437518764F50}">
      <dgm:prSet/>
      <dgm:spPr/>
      <dgm:t>
        <a:bodyPr/>
        <a:lstStyle/>
        <a:p>
          <a:endParaRPr lang="pt-BR"/>
        </a:p>
      </dgm:t>
    </dgm:pt>
    <dgm:pt modelId="{E496A1B3-409D-4EB3-928E-65B10819A732}" type="sibTrans" cxnId="{B80D9510-B907-42AD-9C9C-437518764F50}">
      <dgm:prSet/>
      <dgm:spPr/>
      <dgm:t>
        <a:bodyPr/>
        <a:lstStyle/>
        <a:p>
          <a:endParaRPr lang="pt-BR"/>
        </a:p>
      </dgm:t>
    </dgm:pt>
    <dgm:pt modelId="{015B19A1-0CF4-401C-B0D5-B83BAF5642CA}">
      <dgm:prSet phldrT="[Texto]"/>
      <dgm:spPr/>
      <dgm:t>
        <a:bodyPr/>
        <a:lstStyle/>
        <a:p>
          <a:r>
            <a:rPr lang="pt-BR" dirty="0"/>
            <a:t>2400 kg/deck</a:t>
          </a:r>
        </a:p>
      </dgm:t>
    </dgm:pt>
    <dgm:pt modelId="{95CA913B-8271-44EB-94E4-DFB4FB9B519D}" type="parTrans" cxnId="{4F722C45-A49F-4EBD-A9A8-F2154A23F26A}">
      <dgm:prSet/>
      <dgm:spPr/>
      <dgm:t>
        <a:bodyPr/>
        <a:lstStyle/>
        <a:p>
          <a:endParaRPr lang="pt-BR"/>
        </a:p>
      </dgm:t>
    </dgm:pt>
    <dgm:pt modelId="{67CE7D09-6440-4CB1-A188-FFBE8331EF46}" type="sibTrans" cxnId="{4F722C45-A49F-4EBD-A9A8-F2154A23F26A}">
      <dgm:prSet/>
      <dgm:spPr/>
      <dgm:t>
        <a:bodyPr/>
        <a:lstStyle/>
        <a:p>
          <a:endParaRPr lang="pt-BR"/>
        </a:p>
      </dgm:t>
    </dgm:pt>
    <dgm:pt modelId="{A75C5C18-4449-458B-9F9A-9C16D8918BDF}">
      <dgm:prSet phldrT="[Texto]"/>
      <dgm:spPr/>
      <dgm:t>
        <a:bodyPr/>
        <a:lstStyle/>
        <a:p>
          <a:r>
            <a:rPr lang="pt-BR" dirty="0"/>
            <a:t>16,83 m/s (subida)</a:t>
          </a:r>
        </a:p>
      </dgm:t>
    </dgm:pt>
    <dgm:pt modelId="{5E840D2E-DBDC-4930-B639-9051DF030652}" type="parTrans" cxnId="{259FDDD0-A11C-4BD4-BC8C-74A3F6B7F665}">
      <dgm:prSet/>
      <dgm:spPr/>
      <dgm:t>
        <a:bodyPr/>
        <a:lstStyle/>
        <a:p>
          <a:endParaRPr lang="pt-BR"/>
        </a:p>
      </dgm:t>
    </dgm:pt>
    <dgm:pt modelId="{D180A2D8-1181-4B6C-8EE9-B2CE86C4988D}" type="sibTrans" cxnId="{259FDDD0-A11C-4BD4-BC8C-74A3F6B7F665}">
      <dgm:prSet/>
      <dgm:spPr/>
      <dgm:t>
        <a:bodyPr/>
        <a:lstStyle/>
        <a:p>
          <a:endParaRPr lang="pt-BR"/>
        </a:p>
      </dgm:t>
    </dgm:pt>
    <dgm:pt modelId="{06FB1206-F7B2-4128-B2D4-926B276F9EDD}" type="pres">
      <dgm:prSet presAssocID="{C700AE28-1AAE-4131-A0FD-A055876F60BF}" presName="linearFlow" presStyleCnt="0">
        <dgm:presLayoutVars>
          <dgm:dir/>
          <dgm:resizeHandles val="exact"/>
        </dgm:presLayoutVars>
      </dgm:prSet>
      <dgm:spPr/>
    </dgm:pt>
    <dgm:pt modelId="{23BF719F-D559-42B5-A1C8-8EE35C02E029}" type="pres">
      <dgm:prSet presAssocID="{FE007E17-975F-4EE4-8199-4585135BF7AD}" presName="composite" presStyleCnt="0"/>
      <dgm:spPr/>
    </dgm:pt>
    <dgm:pt modelId="{9A5227A7-B67D-4110-8E03-B8C591F097A5}" type="pres">
      <dgm:prSet presAssocID="{FE007E17-975F-4EE4-8199-4585135BF7AD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BD0A20D-BA9F-45A3-BE08-BF820541F2D6}" type="pres">
      <dgm:prSet presAssocID="{FE007E17-975F-4EE4-8199-4585135BF7AD}" presName="txShp" presStyleLbl="node1" presStyleIdx="0" presStyleCnt="3">
        <dgm:presLayoutVars>
          <dgm:bulletEnabled val="1"/>
        </dgm:presLayoutVars>
      </dgm:prSet>
      <dgm:spPr/>
    </dgm:pt>
    <dgm:pt modelId="{673F6C17-5F23-4415-863D-AC4ED3BD64CE}" type="pres">
      <dgm:prSet presAssocID="{E496A1B3-409D-4EB3-928E-65B10819A732}" presName="spacing" presStyleCnt="0"/>
      <dgm:spPr/>
    </dgm:pt>
    <dgm:pt modelId="{68E9AE3B-DD0C-4387-836E-4F2C00194693}" type="pres">
      <dgm:prSet presAssocID="{015B19A1-0CF4-401C-B0D5-B83BAF5642CA}" presName="composite" presStyleCnt="0"/>
      <dgm:spPr/>
    </dgm:pt>
    <dgm:pt modelId="{FA36269E-C2B1-4442-B370-DD94B7D46FF3}" type="pres">
      <dgm:prSet presAssocID="{015B19A1-0CF4-401C-B0D5-B83BAF5642CA}" presName="imgShp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F2D760D-F6BC-4472-9F07-F74D337D3909}" type="pres">
      <dgm:prSet presAssocID="{015B19A1-0CF4-401C-B0D5-B83BAF5642CA}" presName="txShp" presStyleLbl="node1" presStyleIdx="1" presStyleCnt="3">
        <dgm:presLayoutVars>
          <dgm:bulletEnabled val="1"/>
        </dgm:presLayoutVars>
      </dgm:prSet>
      <dgm:spPr/>
    </dgm:pt>
    <dgm:pt modelId="{824B3FAB-A32B-4CA6-AC47-9F8E192B1F6C}" type="pres">
      <dgm:prSet presAssocID="{67CE7D09-6440-4CB1-A188-FFBE8331EF46}" presName="spacing" presStyleCnt="0"/>
      <dgm:spPr/>
    </dgm:pt>
    <dgm:pt modelId="{6FB7F48E-0C59-4728-B60B-9358E9003FBC}" type="pres">
      <dgm:prSet presAssocID="{A75C5C18-4449-458B-9F9A-9C16D8918BDF}" presName="composite" presStyleCnt="0"/>
      <dgm:spPr/>
    </dgm:pt>
    <dgm:pt modelId="{14D48F40-E44D-4329-A434-9F3A994C8F6B}" type="pres">
      <dgm:prSet presAssocID="{A75C5C18-4449-458B-9F9A-9C16D8918BDF}" presName="imgShp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380BCA3-A834-44BF-8D91-D7F389B50360}" type="pres">
      <dgm:prSet presAssocID="{A75C5C18-4449-458B-9F9A-9C16D8918BDF}" presName="txShp" presStyleLbl="node1" presStyleIdx="2" presStyleCnt="3">
        <dgm:presLayoutVars>
          <dgm:bulletEnabled val="1"/>
        </dgm:presLayoutVars>
      </dgm:prSet>
      <dgm:spPr/>
    </dgm:pt>
  </dgm:ptLst>
  <dgm:cxnLst>
    <dgm:cxn modelId="{8AB34083-BAFD-4C1E-8D02-6D9BA0A53E6E}" type="presOf" srcId="{A75C5C18-4449-458B-9F9A-9C16D8918BDF}" destId="{5380BCA3-A834-44BF-8D91-D7F389B50360}" srcOrd="0" destOrd="0" presId="urn:microsoft.com/office/officeart/2005/8/layout/vList3"/>
    <dgm:cxn modelId="{C23BA86F-A7B5-4A18-BAFF-B669C5816B0D}" type="presOf" srcId="{015B19A1-0CF4-401C-B0D5-B83BAF5642CA}" destId="{0F2D760D-F6BC-4472-9F07-F74D337D3909}" srcOrd="0" destOrd="0" presId="urn:microsoft.com/office/officeart/2005/8/layout/vList3"/>
    <dgm:cxn modelId="{517A1277-18DC-49EC-ABE5-66651F8CB94F}" type="presOf" srcId="{C700AE28-1AAE-4131-A0FD-A055876F60BF}" destId="{06FB1206-F7B2-4128-B2D4-926B276F9EDD}" srcOrd="0" destOrd="0" presId="urn:microsoft.com/office/officeart/2005/8/layout/vList3"/>
    <dgm:cxn modelId="{702EA616-6BC6-4496-9300-27BF2FCA6E44}" type="presOf" srcId="{FE007E17-975F-4EE4-8199-4585135BF7AD}" destId="{7BD0A20D-BA9F-45A3-BE08-BF820541F2D6}" srcOrd="0" destOrd="0" presId="urn:microsoft.com/office/officeart/2005/8/layout/vList3"/>
    <dgm:cxn modelId="{B80D9510-B907-42AD-9C9C-437518764F50}" srcId="{C700AE28-1AAE-4131-A0FD-A055876F60BF}" destId="{FE007E17-975F-4EE4-8199-4585135BF7AD}" srcOrd="0" destOrd="0" parTransId="{00587A3D-9C36-4C70-AE90-E51816DBFC45}" sibTransId="{E496A1B3-409D-4EB3-928E-65B10819A732}"/>
    <dgm:cxn modelId="{4F722C45-A49F-4EBD-A9A8-F2154A23F26A}" srcId="{C700AE28-1AAE-4131-A0FD-A055876F60BF}" destId="{015B19A1-0CF4-401C-B0D5-B83BAF5642CA}" srcOrd="1" destOrd="0" parTransId="{95CA913B-8271-44EB-94E4-DFB4FB9B519D}" sibTransId="{67CE7D09-6440-4CB1-A188-FFBE8331EF46}"/>
    <dgm:cxn modelId="{259FDDD0-A11C-4BD4-BC8C-74A3F6B7F665}" srcId="{C700AE28-1AAE-4131-A0FD-A055876F60BF}" destId="{A75C5C18-4449-458B-9F9A-9C16D8918BDF}" srcOrd="2" destOrd="0" parTransId="{5E840D2E-DBDC-4930-B639-9051DF030652}" sibTransId="{D180A2D8-1181-4B6C-8EE9-B2CE86C4988D}"/>
    <dgm:cxn modelId="{F0CB529A-6FD2-46BD-A234-4850E6456F63}" type="presParOf" srcId="{06FB1206-F7B2-4128-B2D4-926B276F9EDD}" destId="{23BF719F-D559-42B5-A1C8-8EE35C02E029}" srcOrd="0" destOrd="0" presId="urn:microsoft.com/office/officeart/2005/8/layout/vList3"/>
    <dgm:cxn modelId="{F740F332-872F-45F3-BE86-70EE180CB17B}" type="presParOf" srcId="{23BF719F-D559-42B5-A1C8-8EE35C02E029}" destId="{9A5227A7-B67D-4110-8E03-B8C591F097A5}" srcOrd="0" destOrd="0" presId="urn:microsoft.com/office/officeart/2005/8/layout/vList3"/>
    <dgm:cxn modelId="{D4344CEA-0337-4507-BE37-8568D5E1F841}" type="presParOf" srcId="{23BF719F-D559-42B5-A1C8-8EE35C02E029}" destId="{7BD0A20D-BA9F-45A3-BE08-BF820541F2D6}" srcOrd="1" destOrd="0" presId="urn:microsoft.com/office/officeart/2005/8/layout/vList3"/>
    <dgm:cxn modelId="{F3E5E288-28CF-4699-81C7-D1F0FDD3ECD1}" type="presParOf" srcId="{06FB1206-F7B2-4128-B2D4-926B276F9EDD}" destId="{673F6C17-5F23-4415-863D-AC4ED3BD64CE}" srcOrd="1" destOrd="0" presId="urn:microsoft.com/office/officeart/2005/8/layout/vList3"/>
    <dgm:cxn modelId="{AA99D2FA-CAEC-4945-98D3-1636EF0F73F4}" type="presParOf" srcId="{06FB1206-F7B2-4128-B2D4-926B276F9EDD}" destId="{68E9AE3B-DD0C-4387-836E-4F2C00194693}" srcOrd="2" destOrd="0" presId="urn:microsoft.com/office/officeart/2005/8/layout/vList3"/>
    <dgm:cxn modelId="{0761AFB0-AD5B-4738-80C5-C96BABE678A4}" type="presParOf" srcId="{68E9AE3B-DD0C-4387-836E-4F2C00194693}" destId="{FA36269E-C2B1-4442-B370-DD94B7D46FF3}" srcOrd="0" destOrd="0" presId="urn:microsoft.com/office/officeart/2005/8/layout/vList3"/>
    <dgm:cxn modelId="{A751F205-F54E-48F2-BD94-8F0FDA19B805}" type="presParOf" srcId="{68E9AE3B-DD0C-4387-836E-4F2C00194693}" destId="{0F2D760D-F6BC-4472-9F07-F74D337D3909}" srcOrd="1" destOrd="0" presId="urn:microsoft.com/office/officeart/2005/8/layout/vList3"/>
    <dgm:cxn modelId="{F9415997-31E9-4404-8FA1-FB78B3C0074A}" type="presParOf" srcId="{06FB1206-F7B2-4128-B2D4-926B276F9EDD}" destId="{824B3FAB-A32B-4CA6-AC47-9F8E192B1F6C}" srcOrd="3" destOrd="0" presId="urn:microsoft.com/office/officeart/2005/8/layout/vList3"/>
    <dgm:cxn modelId="{A9866CF9-E69F-4D08-A796-CC07207D7CAE}" type="presParOf" srcId="{06FB1206-F7B2-4128-B2D4-926B276F9EDD}" destId="{6FB7F48E-0C59-4728-B60B-9358E9003FBC}" srcOrd="4" destOrd="0" presId="urn:microsoft.com/office/officeart/2005/8/layout/vList3"/>
    <dgm:cxn modelId="{4FA1868F-4274-457C-9CF8-1B6F2626ADF4}" type="presParOf" srcId="{6FB7F48E-0C59-4728-B60B-9358E9003FBC}" destId="{14D48F40-E44D-4329-A434-9F3A994C8F6B}" srcOrd="0" destOrd="0" presId="urn:microsoft.com/office/officeart/2005/8/layout/vList3"/>
    <dgm:cxn modelId="{BA41DA34-4BD5-4EAF-B3B0-378F29F47916}" type="presParOf" srcId="{6FB7F48E-0C59-4728-B60B-9358E9003FBC}" destId="{5380BCA3-A834-44BF-8D91-D7F389B5036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0A20D-BA9F-45A3-BE08-BF820541F2D6}">
      <dsp:nvSpPr>
        <dsp:cNvPr id="0" name=""/>
        <dsp:cNvSpPr/>
      </dsp:nvSpPr>
      <dsp:spPr>
        <a:xfrm rot="10800000">
          <a:off x="1262436" y="984"/>
          <a:ext cx="3692339" cy="132964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337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96 andares</a:t>
          </a:r>
        </a:p>
      </dsp:txBody>
      <dsp:txXfrm rot="10800000">
        <a:off x="1594847" y="984"/>
        <a:ext cx="3359928" cy="1329645"/>
      </dsp:txXfrm>
    </dsp:sp>
    <dsp:sp modelId="{9A5227A7-B67D-4110-8E03-B8C591F097A5}">
      <dsp:nvSpPr>
        <dsp:cNvPr id="0" name=""/>
        <dsp:cNvSpPr/>
      </dsp:nvSpPr>
      <dsp:spPr>
        <a:xfrm>
          <a:off x="597613" y="984"/>
          <a:ext cx="1329645" cy="132964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2D760D-F6BC-4472-9F07-F74D337D3909}">
      <dsp:nvSpPr>
        <dsp:cNvPr id="0" name=""/>
        <dsp:cNvSpPr/>
      </dsp:nvSpPr>
      <dsp:spPr>
        <a:xfrm rot="10800000">
          <a:off x="1262436" y="1727539"/>
          <a:ext cx="3692339" cy="132964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337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480 metros de altitude</a:t>
          </a:r>
        </a:p>
      </dsp:txBody>
      <dsp:txXfrm rot="10800000">
        <a:off x="1594847" y="1727539"/>
        <a:ext cx="3359928" cy="1329645"/>
      </dsp:txXfrm>
    </dsp:sp>
    <dsp:sp modelId="{FA36269E-C2B1-4442-B370-DD94B7D46FF3}">
      <dsp:nvSpPr>
        <dsp:cNvPr id="0" name=""/>
        <dsp:cNvSpPr/>
      </dsp:nvSpPr>
      <dsp:spPr>
        <a:xfrm>
          <a:off x="597613" y="1727539"/>
          <a:ext cx="1329645" cy="1329645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380BCA3-A834-44BF-8D91-D7F389B50360}">
      <dsp:nvSpPr>
        <dsp:cNvPr id="0" name=""/>
        <dsp:cNvSpPr/>
      </dsp:nvSpPr>
      <dsp:spPr>
        <a:xfrm rot="10800000">
          <a:off x="1262436" y="3454094"/>
          <a:ext cx="3692339" cy="132964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337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kern="1200" dirty="0"/>
            <a:t>8640 pessoas</a:t>
          </a:r>
        </a:p>
      </dsp:txBody>
      <dsp:txXfrm rot="10800000">
        <a:off x="1594847" y="3454094"/>
        <a:ext cx="3359928" cy="1329645"/>
      </dsp:txXfrm>
    </dsp:sp>
    <dsp:sp modelId="{14D48F40-E44D-4329-A434-9F3A994C8F6B}">
      <dsp:nvSpPr>
        <dsp:cNvPr id="0" name=""/>
        <dsp:cNvSpPr/>
      </dsp:nvSpPr>
      <dsp:spPr>
        <a:xfrm>
          <a:off x="597613" y="3454094"/>
          <a:ext cx="1329645" cy="132964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0A20D-BA9F-45A3-BE08-BF820541F2D6}">
      <dsp:nvSpPr>
        <dsp:cNvPr id="0" name=""/>
        <dsp:cNvSpPr/>
      </dsp:nvSpPr>
      <dsp:spPr>
        <a:xfrm rot="10800000">
          <a:off x="1250472" y="1468"/>
          <a:ext cx="3645544" cy="132893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024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90 pessoas por andar</a:t>
          </a:r>
        </a:p>
      </dsp:txBody>
      <dsp:txXfrm rot="10800000">
        <a:off x="1582706" y="1468"/>
        <a:ext cx="3313310" cy="1328935"/>
      </dsp:txXfrm>
    </dsp:sp>
    <dsp:sp modelId="{9A5227A7-B67D-4110-8E03-B8C591F097A5}">
      <dsp:nvSpPr>
        <dsp:cNvPr id="0" name=""/>
        <dsp:cNvSpPr/>
      </dsp:nvSpPr>
      <dsp:spPr>
        <a:xfrm>
          <a:off x="586004" y="1468"/>
          <a:ext cx="1328935" cy="132893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2D760D-F6BC-4472-9F07-F74D337D3909}">
      <dsp:nvSpPr>
        <dsp:cNvPr id="0" name=""/>
        <dsp:cNvSpPr/>
      </dsp:nvSpPr>
      <dsp:spPr>
        <a:xfrm rot="10800000">
          <a:off x="1250472" y="1727100"/>
          <a:ext cx="3645544" cy="132893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024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12 elevadores de evacuação</a:t>
          </a:r>
        </a:p>
      </dsp:txBody>
      <dsp:txXfrm rot="10800000">
        <a:off x="1582706" y="1727100"/>
        <a:ext cx="3313310" cy="1328935"/>
      </dsp:txXfrm>
    </dsp:sp>
    <dsp:sp modelId="{FA36269E-C2B1-4442-B370-DD94B7D46FF3}">
      <dsp:nvSpPr>
        <dsp:cNvPr id="0" name=""/>
        <dsp:cNvSpPr/>
      </dsp:nvSpPr>
      <dsp:spPr>
        <a:xfrm>
          <a:off x="586004" y="1727100"/>
          <a:ext cx="1328935" cy="1328935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380BCA3-A834-44BF-8D91-D7F389B50360}">
      <dsp:nvSpPr>
        <dsp:cNvPr id="0" name=""/>
        <dsp:cNvSpPr/>
      </dsp:nvSpPr>
      <dsp:spPr>
        <a:xfrm rot="10800000">
          <a:off x="1250472" y="3452733"/>
          <a:ext cx="3645544" cy="132893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6024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/>
            <a:t>2518 degraus </a:t>
          </a:r>
        </a:p>
      </dsp:txBody>
      <dsp:txXfrm rot="10800000">
        <a:off x="1582706" y="3452733"/>
        <a:ext cx="3313310" cy="1328935"/>
      </dsp:txXfrm>
    </dsp:sp>
    <dsp:sp modelId="{14D48F40-E44D-4329-A434-9F3A994C8F6B}">
      <dsp:nvSpPr>
        <dsp:cNvPr id="0" name=""/>
        <dsp:cNvSpPr/>
      </dsp:nvSpPr>
      <dsp:spPr>
        <a:xfrm>
          <a:off x="586004" y="3452733"/>
          <a:ext cx="1328935" cy="132893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0A20D-BA9F-45A3-BE08-BF820541F2D6}">
      <dsp:nvSpPr>
        <dsp:cNvPr id="0" name=""/>
        <dsp:cNvSpPr/>
      </dsp:nvSpPr>
      <dsp:spPr>
        <a:xfrm rot="10800000">
          <a:off x="1185388" y="1084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12 elevadores de evacuação</a:t>
          </a:r>
        </a:p>
      </dsp:txBody>
      <dsp:txXfrm rot="10800000">
        <a:off x="1487664" y="1084"/>
        <a:ext cx="3203812" cy="1209105"/>
      </dsp:txXfrm>
    </dsp:sp>
    <dsp:sp modelId="{9A5227A7-B67D-4110-8E03-B8C591F097A5}">
      <dsp:nvSpPr>
        <dsp:cNvPr id="0" name=""/>
        <dsp:cNvSpPr/>
      </dsp:nvSpPr>
      <dsp:spPr>
        <a:xfrm>
          <a:off x="580836" y="1084"/>
          <a:ext cx="1209105" cy="120910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2D760D-F6BC-4472-9F07-F74D337D3909}">
      <dsp:nvSpPr>
        <dsp:cNvPr id="0" name=""/>
        <dsp:cNvSpPr/>
      </dsp:nvSpPr>
      <dsp:spPr>
        <a:xfrm rot="10800000">
          <a:off x="1185388" y="1571116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2 x 2 x 2,5m</a:t>
          </a:r>
        </a:p>
      </dsp:txBody>
      <dsp:txXfrm rot="10800000">
        <a:off x="1487664" y="1571116"/>
        <a:ext cx="3203812" cy="1209105"/>
      </dsp:txXfrm>
    </dsp:sp>
    <dsp:sp modelId="{FA36269E-C2B1-4442-B370-DD94B7D46FF3}">
      <dsp:nvSpPr>
        <dsp:cNvPr id="0" name=""/>
        <dsp:cNvSpPr/>
      </dsp:nvSpPr>
      <dsp:spPr>
        <a:xfrm>
          <a:off x="580836" y="1571116"/>
          <a:ext cx="1209105" cy="1209105"/>
        </a:xfrm>
        <a:prstGeom prst="ellipse">
          <a:avLst/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380BCA3-A834-44BF-8D91-D7F389B50360}">
      <dsp:nvSpPr>
        <dsp:cNvPr id="0" name=""/>
        <dsp:cNvSpPr/>
      </dsp:nvSpPr>
      <dsp:spPr>
        <a:xfrm rot="10800000">
          <a:off x="1185388" y="3141148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30 pessoas por deck</a:t>
          </a:r>
        </a:p>
      </dsp:txBody>
      <dsp:txXfrm rot="10800000">
        <a:off x="1487664" y="3141148"/>
        <a:ext cx="3203812" cy="1209105"/>
      </dsp:txXfrm>
    </dsp:sp>
    <dsp:sp modelId="{14D48F40-E44D-4329-A434-9F3A994C8F6B}">
      <dsp:nvSpPr>
        <dsp:cNvPr id="0" name=""/>
        <dsp:cNvSpPr/>
      </dsp:nvSpPr>
      <dsp:spPr>
        <a:xfrm>
          <a:off x="580836" y="3141148"/>
          <a:ext cx="1209105" cy="120910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0" r="-2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0A20D-BA9F-45A3-BE08-BF820541F2D6}">
      <dsp:nvSpPr>
        <dsp:cNvPr id="0" name=""/>
        <dsp:cNvSpPr/>
      </dsp:nvSpPr>
      <dsp:spPr>
        <a:xfrm rot="10800000">
          <a:off x="1185388" y="1084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1500kg</a:t>
          </a:r>
        </a:p>
      </dsp:txBody>
      <dsp:txXfrm rot="10800000">
        <a:off x="1487664" y="1084"/>
        <a:ext cx="3203812" cy="1209105"/>
      </dsp:txXfrm>
    </dsp:sp>
    <dsp:sp modelId="{9A5227A7-B67D-4110-8E03-B8C591F097A5}">
      <dsp:nvSpPr>
        <dsp:cNvPr id="0" name=""/>
        <dsp:cNvSpPr/>
      </dsp:nvSpPr>
      <dsp:spPr>
        <a:xfrm>
          <a:off x="580836" y="1084"/>
          <a:ext cx="1209105" cy="120910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F2D760D-F6BC-4472-9F07-F74D337D3909}">
      <dsp:nvSpPr>
        <dsp:cNvPr id="0" name=""/>
        <dsp:cNvSpPr/>
      </dsp:nvSpPr>
      <dsp:spPr>
        <a:xfrm rot="10800000">
          <a:off x="1185388" y="1571116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2400 kg/deck</a:t>
          </a:r>
        </a:p>
      </dsp:txBody>
      <dsp:txXfrm rot="10800000">
        <a:off x="1487664" y="1571116"/>
        <a:ext cx="3203812" cy="1209105"/>
      </dsp:txXfrm>
    </dsp:sp>
    <dsp:sp modelId="{FA36269E-C2B1-4442-B370-DD94B7D46FF3}">
      <dsp:nvSpPr>
        <dsp:cNvPr id="0" name=""/>
        <dsp:cNvSpPr/>
      </dsp:nvSpPr>
      <dsp:spPr>
        <a:xfrm>
          <a:off x="580836" y="1571116"/>
          <a:ext cx="1209105" cy="1209105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380BCA3-A834-44BF-8D91-D7F389B50360}">
      <dsp:nvSpPr>
        <dsp:cNvPr id="0" name=""/>
        <dsp:cNvSpPr/>
      </dsp:nvSpPr>
      <dsp:spPr>
        <a:xfrm rot="10800000">
          <a:off x="1185388" y="3141148"/>
          <a:ext cx="3506088" cy="1209105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182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16,83 m/s (subida)</a:t>
          </a:r>
        </a:p>
      </dsp:txBody>
      <dsp:txXfrm rot="10800000">
        <a:off x="1487664" y="3141148"/>
        <a:ext cx="3203812" cy="1209105"/>
      </dsp:txXfrm>
    </dsp:sp>
    <dsp:sp modelId="{14D48F40-E44D-4329-A434-9F3A994C8F6B}">
      <dsp:nvSpPr>
        <dsp:cNvPr id="0" name=""/>
        <dsp:cNvSpPr/>
      </dsp:nvSpPr>
      <dsp:spPr>
        <a:xfrm>
          <a:off x="580836" y="3141148"/>
          <a:ext cx="1209105" cy="120910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8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41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24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92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1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06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41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50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15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2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F3C7F-606A-4581-BA3C-72925317AD2E}" type="datetimeFigureOut">
              <a:rPr lang="pt-BR" smtClean="0"/>
              <a:t>09/06/2016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BB77E-E205-4FDF-8B24-038EA6E44B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51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15.pn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353"/>
                    </a14:imgEffect>
                    <a14:imgEffect>
                      <a14:saturation sat="107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339137"/>
            <a:ext cx="12192000" cy="1504723"/>
          </a:xfrm>
        </p:spPr>
        <p:txBody>
          <a:bodyPr>
            <a:normAutofit fontScale="90000"/>
          </a:bodyPr>
          <a:lstStyle/>
          <a:p>
            <a:r>
              <a:rPr lang="pt-BR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COMO EVACUAR UM ARRANHA-CÉU RAPIDAMENTE?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847174"/>
            <a:ext cx="12192000" cy="529997"/>
          </a:xfrm>
        </p:spPr>
        <p:txBody>
          <a:bodyPr>
            <a:normAutofit/>
          </a:bodyPr>
          <a:lstStyle/>
          <a:p>
            <a:r>
              <a:rPr lang="pt-BR" dirty="0">
                <a:ln w="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LUCAS FONTENLA &amp; MARTIM JOSÉ</a:t>
            </a:r>
          </a:p>
        </p:txBody>
      </p:sp>
    </p:spTree>
    <p:extLst>
      <p:ext uri="{BB962C8B-B14F-4D97-AF65-F5344CB8AC3E}">
        <p14:creationId xmlns:p14="http://schemas.microsoft.com/office/powerpoint/2010/main" val="406201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3740" y="3039366"/>
            <a:ext cx="10890705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Qual a necessidade? </a:t>
            </a:r>
            <a:r>
              <a:rPr lang="pt-BR" sz="2800" dirty="0">
                <a:latin typeface="Impact" panose="020B0806030902050204" pitchFamily="34" charset="0"/>
              </a:rPr>
              <a:t>(motivação intrínseca)</a:t>
            </a:r>
          </a:p>
        </p:txBody>
      </p:sp>
      <p:pic>
        <p:nvPicPr>
          <p:cNvPr id="2050" name="Picture 2" descr="http://www.fontsaddict.com/images/icons/png/2783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345" y="3278536"/>
            <a:ext cx="1590170" cy="156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encrypted-tbn1.gstatic.com/images?q=tbn:ANd9GcRUGtBcE_d4t23nRVD6ttrLvw73snCsZEOsiXmZoG8b8i6joYT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70" y="4195557"/>
            <a:ext cx="1302815" cy="130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869671" y="4196133"/>
            <a:ext cx="6850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Atualmente não há métodos eficientes para se evacuar um arranha-céu.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114792" y="5144430"/>
            <a:ext cx="6850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/>
              <a:t>Escadas de incêndio (rotas de emergência)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000" dirty="0"/>
              <a:t>Quartos blindados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491670" y="1086714"/>
            <a:ext cx="9138105" cy="88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Impact" panose="020B0806030902050204" pitchFamily="34" charset="0"/>
              </a:rPr>
              <a:t>Objetivo </a:t>
            </a:r>
            <a:r>
              <a:rPr lang="pt-BR" sz="2800" dirty="0">
                <a:latin typeface="Impact" panose="020B0806030902050204" pitchFamily="34" charset="0"/>
              </a:rPr>
              <a:t>(o que será feito)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952500" y="1919911"/>
            <a:ext cx="97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Elaborar um sistema de evacuação de arranha-céus eficiente</a:t>
            </a:r>
          </a:p>
        </p:txBody>
      </p:sp>
    </p:spTree>
    <p:extLst>
      <p:ext uri="{BB962C8B-B14F-4D97-AF65-F5344CB8AC3E}">
        <p14:creationId xmlns:p14="http://schemas.microsoft.com/office/powerpoint/2010/main" val="113031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ângulo Retângulo 4"/>
          <p:cNvSpPr/>
          <p:nvPr/>
        </p:nvSpPr>
        <p:spPr>
          <a:xfrm flipV="1">
            <a:off x="0" y="0"/>
            <a:ext cx="12192000" cy="1802296"/>
          </a:xfrm>
          <a:prstGeom prst="rtTriangle">
            <a:avLst/>
          </a:prstGeom>
          <a:solidFill>
            <a:srgbClr val="F98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348342" y="0"/>
            <a:ext cx="6037943" cy="1325563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pt-BR" dirty="0">
                <a:latin typeface="Impact" panose="020B0806030902050204" pitchFamily="34" charset="0"/>
              </a:rPr>
              <a:t>Taipei 101 – 2.0 </a:t>
            </a:r>
            <a:r>
              <a:rPr lang="pt-BR" sz="2800" dirty="0">
                <a:latin typeface="Impact" panose="020B0806030902050204" pitchFamily="34" charset="0"/>
              </a:rPr>
              <a:t>(edifício)</a:t>
            </a:r>
            <a:endParaRPr lang="pt-BR" sz="3600" dirty="0">
              <a:latin typeface="Impact" panose="020B0806030902050204" pitchFamily="34" charset="0"/>
            </a:endParaRPr>
          </a:p>
        </p:txBody>
      </p:sp>
      <p:graphicFrame>
        <p:nvGraphicFramePr>
          <p:cNvPr id="26" name="Espaço Reservado para Conteú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439940"/>
              </p:ext>
            </p:extLst>
          </p:nvPr>
        </p:nvGraphicFramePr>
        <p:xfrm>
          <a:off x="497318" y="1323975"/>
          <a:ext cx="5552390" cy="4784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7" name="Espaço Reservado para Conteú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676909"/>
              </p:ext>
            </p:extLst>
          </p:nvPr>
        </p:nvGraphicFramePr>
        <p:xfrm>
          <a:off x="6198683" y="1325563"/>
          <a:ext cx="5482022" cy="4783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742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flipV="1">
            <a:off x="0" y="0"/>
            <a:ext cx="12192000" cy="1802296"/>
          </a:xfrm>
          <a:prstGeom prst="rtTriangle">
            <a:avLst/>
          </a:prstGeom>
          <a:solidFill>
            <a:srgbClr val="F98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2856" y="0"/>
            <a:ext cx="10152743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Schindler 7000 – Double-deck </a:t>
            </a:r>
            <a:r>
              <a:rPr lang="pt-BR" sz="2800" dirty="0">
                <a:latin typeface="Impact" panose="020B0806030902050204" pitchFamily="34" charset="0"/>
              </a:rPr>
              <a:t>(elevador)</a:t>
            </a:r>
          </a:p>
        </p:txBody>
      </p:sp>
      <p:graphicFrame>
        <p:nvGraphicFramePr>
          <p:cNvPr id="4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79241"/>
              </p:ext>
            </p:extLst>
          </p:nvPr>
        </p:nvGraphicFramePr>
        <p:xfrm>
          <a:off x="362856" y="1825625"/>
          <a:ext cx="527231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Espaço Reservado para Conteú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2623887"/>
              </p:ext>
            </p:extLst>
          </p:nvPr>
        </p:nvGraphicFramePr>
        <p:xfrm>
          <a:off x="5007428" y="1825624"/>
          <a:ext cx="527231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Elipse 5"/>
          <p:cNvSpPr/>
          <p:nvPr/>
        </p:nvSpPr>
        <p:spPr>
          <a:xfrm>
            <a:off x="962990" y="3396741"/>
            <a:ext cx="1209105" cy="1209105"/>
          </a:xfrm>
          <a:prstGeom prst="ellipse">
            <a:avLst/>
          </a:prstGeom>
          <a:blipFill rotWithShape="1">
            <a:blip r:embed="rId1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Picture 2" descr="https://i.gyazo.com/e47fdc9f9d4ba0deb82afd8f0d276901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981" y="155360"/>
            <a:ext cx="1714284" cy="648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23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ângulo Retângulo 4"/>
          <p:cNvSpPr/>
          <p:nvPr/>
        </p:nvSpPr>
        <p:spPr>
          <a:xfrm flipV="1">
            <a:off x="0" y="0"/>
            <a:ext cx="12192000" cy="1802296"/>
          </a:xfrm>
          <a:prstGeom prst="rtTriangle">
            <a:avLst/>
          </a:prstGeom>
          <a:solidFill>
            <a:srgbClr val="F98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Modelo</a:t>
            </a:r>
            <a:endParaRPr lang="pt-BR" sz="2800" dirty="0">
              <a:latin typeface="Impact" panose="020B080603090205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466850" y="1769547"/>
            <a:ext cx="375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Imagem </a:t>
            </a:r>
            <a:r>
              <a:rPr lang="pt-BR" dirty="0" err="1"/>
              <a:t>gif</a:t>
            </a:r>
            <a:r>
              <a:rPr lang="pt-BR" dirty="0"/>
              <a:t> que ilustre isso</a:t>
            </a:r>
          </a:p>
          <a:p>
            <a:r>
              <a:rPr lang="pt-BR" dirty="0"/>
              <a:t>Modelo com as forças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343275" y="5734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296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ângulo Retângulo 5"/>
          <p:cNvSpPr/>
          <p:nvPr/>
        </p:nvSpPr>
        <p:spPr>
          <a:xfrm flipV="1">
            <a:off x="0" y="0"/>
            <a:ext cx="12192000" cy="1802296"/>
          </a:xfrm>
          <a:prstGeom prst="rtTriangle">
            <a:avLst/>
          </a:prstGeom>
          <a:solidFill>
            <a:srgbClr val="F98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620572" y="2820908"/>
                <a:ext cx="6257304" cy="241370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pt-BR" sz="3100" i="1" u="sng" dirty="0"/>
                  <a:t>DESCENDO: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3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pt-BR" sz="3100" dirty="0"/>
              </a:p>
              <a:p>
                <a:pPr marL="0" indent="0">
                  <a:buNone/>
                </a:pPr>
                <a:endParaRPr lang="pt-BR" sz="3100" dirty="0"/>
              </a:p>
              <a:p>
                <a:pPr marL="0" indent="0">
                  <a:buNone/>
                </a:pPr>
                <a:r>
                  <a:rPr lang="pt-BR" sz="3100" i="1" u="sng" dirty="0"/>
                  <a:t>SUBINDO: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3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31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pt-BR" sz="3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31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1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3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572" y="2820908"/>
                <a:ext cx="6257304" cy="2413701"/>
              </a:xfrm>
              <a:blipFill>
                <a:blip r:embed="rId2"/>
                <a:stretch>
                  <a:fillRect l="-1267" t="-53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Equacionamento do Sistema</a:t>
            </a:r>
            <a:endParaRPr lang="pt-BR" sz="2800" dirty="0">
              <a:latin typeface="Impact" panose="020B08060309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7318512" y="2390903"/>
                <a:ext cx="325672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pt-BR" sz="2000" dirty="0"/>
                  <a:t>: aceleração da gravidade</a:t>
                </a:r>
              </a:p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000" dirty="0"/>
                  <a:t>: densidade do ar</a:t>
                </a:r>
              </a:p>
              <a:p>
                <a:r>
                  <a:rPr lang="pt-BR" sz="2000" dirty="0"/>
                  <a:t>Ca: coeficiente de arrasto</a:t>
                </a:r>
              </a:p>
              <a:p>
                <a:r>
                  <a:rPr lang="pt-BR" sz="2000" dirty="0"/>
                  <a:t>A: área frontal</a:t>
                </a:r>
              </a:p>
              <a:p>
                <a:r>
                  <a:rPr lang="pt-BR" sz="2000" dirty="0"/>
                  <a:t>K: coeficiente da mola</a:t>
                </a:r>
              </a:p>
              <a:p>
                <a:r>
                  <a:rPr lang="pt-BR" sz="2000" dirty="0"/>
                  <a:t>L0: comprimento inicial da mola</a:t>
                </a:r>
              </a:p>
              <a:p>
                <a:r>
                  <a:rPr lang="pt-BR" sz="2000" dirty="0"/>
                  <a:t>L: comprimento final da mola</a:t>
                </a:r>
              </a:p>
              <a:p>
                <a:r>
                  <a:rPr lang="pt-BR" sz="2000" dirty="0" err="1"/>
                  <a:t>Fm</a:t>
                </a:r>
                <a:r>
                  <a:rPr lang="pt-BR" sz="2000" dirty="0"/>
                  <a:t>: Força do motor</a:t>
                </a:r>
              </a:p>
              <a:p>
                <a:r>
                  <a:rPr lang="pt-BR" sz="2000" dirty="0"/>
                  <a:t>m: massa</a:t>
                </a:r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512" y="2390903"/>
                <a:ext cx="3256722" cy="3170099"/>
              </a:xfrm>
              <a:prstGeom prst="rect">
                <a:avLst/>
              </a:prstGeom>
              <a:blipFill>
                <a:blip r:embed="rId3"/>
                <a:stretch>
                  <a:fillRect l="-2060" t="-962" r="-749" b="-2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ave Esquerda 1"/>
          <p:cNvSpPr/>
          <p:nvPr/>
        </p:nvSpPr>
        <p:spPr>
          <a:xfrm>
            <a:off x="6705600" y="2239616"/>
            <a:ext cx="556591" cy="3427402"/>
          </a:xfrm>
          <a:prstGeom prst="leftBrace">
            <a:avLst>
              <a:gd name="adj1" fmla="val 8333"/>
              <a:gd name="adj2" fmla="val 503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930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Previsões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26461" y="1183336"/>
            <a:ext cx="404048" cy="40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09" y="116593"/>
            <a:ext cx="1378504" cy="5928412"/>
          </a:xfrm>
          <a:prstGeom prst="rect">
            <a:avLst/>
          </a:prstGeom>
        </p:spPr>
      </p:pic>
      <p:pic>
        <p:nvPicPr>
          <p:cNvPr id="8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11762" y="6248228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58767" y="6248210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24552" y="6248226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05367" y="6248225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98972" y="6248222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20066" y="6248234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7442" y="6248241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07241" y="6240822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460" y="5390985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20031" y="6240823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19559" y="6251605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s://cdn2.iconfinder.com/data/icons/windows-8-metro-style/512/running_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1090" y="6233403"/>
            <a:ext cx="606395" cy="60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ector de seta reta 19"/>
          <p:cNvCxnSpPr/>
          <p:nvPr/>
        </p:nvCxnSpPr>
        <p:spPr>
          <a:xfrm>
            <a:off x="5998219" y="5877700"/>
            <a:ext cx="3031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6091341" y="2217515"/>
            <a:ext cx="1607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12</a:t>
            </a:r>
            <a:r>
              <a:rPr lang="pt-BR" sz="2000" dirty="0"/>
              <a:t> seções de </a:t>
            </a:r>
            <a:r>
              <a:rPr lang="pt-BR" sz="2000" dirty="0">
                <a:solidFill>
                  <a:srgbClr val="FF0000"/>
                </a:solidFill>
              </a:rPr>
              <a:t>8</a:t>
            </a:r>
            <a:r>
              <a:rPr lang="pt-BR" sz="2000" dirty="0"/>
              <a:t> andares</a:t>
            </a:r>
          </a:p>
        </p:txBody>
      </p:sp>
      <p:cxnSp>
        <p:nvCxnSpPr>
          <p:cNvPr id="22" name="Conector reto 21"/>
          <p:cNvCxnSpPr/>
          <p:nvPr/>
        </p:nvCxnSpPr>
        <p:spPr>
          <a:xfrm>
            <a:off x="3374654" y="6011311"/>
            <a:ext cx="444246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1809750" y="304800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Arrumar pessoas</a:t>
            </a:r>
          </a:p>
        </p:txBody>
      </p:sp>
    </p:spTree>
    <p:extLst>
      <p:ext uri="{BB962C8B-B14F-4D97-AF65-F5344CB8AC3E}">
        <p14:creationId xmlns:p14="http://schemas.microsoft.com/office/powerpoint/2010/main" val="40158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6 -0.00231 L 0.00338 0.7365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3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-0.0013 0.05741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-3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13 0.05741 L 0.00338 0.73658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" y="3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-0.00091 0.12014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-3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91 0.12014 L 0.00338 0.73658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30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117 0.1828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117 0.18287 L 0.00338 0.73658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2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2.70833E-6 0.245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-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6 0.2456 L 0.00338 0.73658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" y="2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039 0.3004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2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39 0.30046 L 0.00338 0.73658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2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000"/>
                            </p:stCondLst>
                            <p:childTnLst>
                              <p:par>
                                <p:cTn id="56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078 0.35695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-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0"/>
                            </p:stCondLst>
                            <p:childTnLst>
                              <p:par>
                                <p:cTn id="59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78 0.35695 L 0.00338 0.73658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00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117 0.42431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1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4000"/>
                            </p:stCondLst>
                            <p:childTnLst>
                              <p:par>
                                <p:cTn id="68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117 0.42431 L 0.00338 0.73658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1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0"/>
                            </p:stCondLst>
                            <p:childTnLst>
                              <p:par>
                                <p:cTn id="74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169 0.49491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0"/>
                            </p:stCondLst>
                            <p:childTnLst>
                              <p:par>
                                <p:cTn id="77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169 0.49491 L 0.00338 0.73658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7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7000"/>
                            </p:stCondLst>
                            <p:childTnLst>
                              <p:par>
                                <p:cTn id="83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208 0.55139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8000"/>
                            </p:stCondLst>
                            <p:childTnLst>
                              <p:par>
                                <p:cTn id="86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208 0.55139 L 0.00338 0.73658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9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9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9000"/>
                            </p:stCondLst>
                            <p:childTnLst>
                              <p:par>
                                <p:cTn id="92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38 0.73658 L 0.00247 0.61111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0"/>
                            </p:stCondLst>
                            <p:childTnLst>
                              <p:par>
                                <p:cTn id="95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247 0.61111 L 0.00338 0.73658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10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Validação do Modelo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1026" name="Picture 2" descr="https://images-1.discordapp.net/.eJwNyTEOwyAMQNG7cAAcBxogB-luASJIJEbgTlXvXpY_vP9Vn9HUqS6RPk-AVGfkkfQUHlSyLsylZep16sg3kAjF686PTMAjoHW7sbh5dN4aAxi2l8MFKwH9-vCmVhNFYtT9Ker3B2u9I3k.ep6HiHRYp1BMxkbI6xfAX6lPIkw.png?width=400&amp;height=2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48" y="1325563"/>
            <a:ext cx="5833661" cy="433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mages-1.discordapp.net/.eJwFwcsNwyAMANBdGAAw35BBercAESQSI3BPUXfve6_4riFOcTHPfSpV-s60itxMC1uVjaiNirNvmelWyIz5uuvDW0FI4KKxDvQB8XDWKkjaR3DamuR1cDp49cHRC2YkI-fTxO8Pa18jdQ.S33ZQjCgpfTu0yDLJV9uxGVMo9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2" y="1237456"/>
            <a:ext cx="599122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1393682" y="5915025"/>
            <a:ext cx="319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Posição do elevador pelo tempo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124700" y="5915025"/>
            <a:ext cx="409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Comportamento das energias pelo tempo</a:t>
            </a:r>
          </a:p>
        </p:txBody>
      </p:sp>
    </p:spTree>
    <p:extLst>
      <p:ext uri="{BB962C8B-B14F-4D97-AF65-F5344CB8AC3E}">
        <p14:creationId xmlns:p14="http://schemas.microsoft.com/office/powerpoint/2010/main" val="211366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/>
          <a:p>
            <a:r>
              <a:rPr lang="pt-BR" dirty="0"/>
              <a:t>Executa um comportamento similar ao esperado</a:t>
            </a:r>
          </a:p>
          <a:p>
            <a:r>
              <a:rPr lang="pt-BR" dirty="0"/>
              <a:t>Mola ideal</a:t>
            </a:r>
          </a:p>
          <a:p>
            <a:endParaRPr lang="pt-B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Limitações do Modelo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5" name="Picture 2" descr="https://images-2.discordapp.net/.eJwNw1EOgyAMANC7cABKhVn0DLsEQYIkYgntvszuvr3kPeYzL7ObU3XIDnA0yTwPK8oz1WIrc71KGk1s5g5JNeWzl1sFcN0w0OIDuogUg_eAm3vRQj7E1cV_JHi33rTYcVfz_QHhFSIy.K2XEvKvxrQQBncHl0qtmTVtrrw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943" y="2368763"/>
            <a:ext cx="5753100" cy="425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21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361950" y="0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Impact" panose="020B0806030902050204" pitchFamily="34" charset="0"/>
              </a:rPr>
              <a:t>Métodos de Simulação</a:t>
            </a:r>
            <a:endParaRPr lang="pt-BR" sz="2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346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Parametrização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3" y="777213"/>
            <a:ext cx="5473147" cy="5621377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785114" y="215149"/>
            <a:ext cx="4965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Definição da força que o motor deve exercer</a:t>
            </a:r>
          </a:p>
        </p:txBody>
      </p:sp>
    </p:spTree>
    <p:extLst>
      <p:ext uri="{BB962C8B-B14F-4D97-AF65-F5344CB8AC3E}">
        <p14:creationId xmlns:p14="http://schemas.microsoft.com/office/powerpoint/2010/main" val="340840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361950" y="0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Impact" panose="020B0806030902050204" pitchFamily="34" charset="0"/>
              </a:rPr>
              <a:t>Molas e Motor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445" y="887895"/>
            <a:ext cx="6248918" cy="442549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579165" y="5539409"/>
            <a:ext cx="5853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Força máxima do motor: 52500N</a:t>
            </a:r>
          </a:p>
          <a:p>
            <a:r>
              <a:rPr lang="pt-BR" dirty="0"/>
              <a:t>Diâmetro da Polia do Motor: 0.5m</a:t>
            </a:r>
          </a:p>
          <a:p>
            <a:r>
              <a:rPr lang="pt-BR" dirty="0"/>
              <a:t>RPM máximo: 4557,66rpm</a:t>
            </a:r>
          </a:p>
          <a:p>
            <a:r>
              <a:rPr lang="pt-BR" dirty="0"/>
              <a:t>Torque: 13125Nm</a:t>
            </a:r>
          </a:p>
        </p:txBody>
      </p:sp>
    </p:spTree>
    <p:extLst>
      <p:ext uri="{BB962C8B-B14F-4D97-AF65-F5344CB8AC3E}">
        <p14:creationId xmlns:p14="http://schemas.microsoft.com/office/powerpoint/2010/main" val="1042080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Resultados</a:t>
            </a:r>
            <a:endParaRPr lang="pt-BR" sz="2800" dirty="0">
              <a:latin typeface="Impact" panose="020B080603090205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67" y="1181421"/>
            <a:ext cx="7088238" cy="524123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370" y="1181420"/>
            <a:ext cx="7016188" cy="524123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370" y="1194672"/>
            <a:ext cx="7016188" cy="522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8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Futuros trabalhos</a:t>
            </a:r>
          </a:p>
          <a:p>
            <a:r>
              <a:rPr lang="pt-BR" dirty="0"/>
              <a:t>agradecimentos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61950" y="0"/>
            <a:ext cx="11830050" cy="1325563"/>
          </a:xfrm>
        </p:spPr>
        <p:txBody>
          <a:bodyPr/>
          <a:lstStyle/>
          <a:p>
            <a:r>
              <a:rPr lang="pt-BR" dirty="0">
                <a:latin typeface="Impact" panose="020B0806030902050204" pitchFamily="34" charset="0"/>
              </a:rPr>
              <a:t>Fechamento</a:t>
            </a:r>
            <a:endParaRPr lang="pt-BR" sz="2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44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4C8720A-8235-4CDE-8004-F8D42BD47F04}" vid="{59454247-CCBC-43EC-9830-A77D8FE53B7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2048</TotalTime>
  <Words>239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Impact</vt:lpstr>
      <vt:lpstr>Tema1</vt:lpstr>
      <vt:lpstr>COMO EVACUAR UM ARRANHA-CÉU RAPIDAMENTE?</vt:lpstr>
      <vt:lpstr>Qual a necessidade? (motivação intrínseca)</vt:lpstr>
      <vt:lpstr>Taipei 101 – 2.0 (edifício)</vt:lpstr>
      <vt:lpstr>Schindler 7000 – Double-deck (elevador)</vt:lpstr>
      <vt:lpstr>Modelo</vt:lpstr>
      <vt:lpstr>Equacionamento do Sistema</vt:lpstr>
      <vt:lpstr>Previsões</vt:lpstr>
      <vt:lpstr>Validação do Modelo</vt:lpstr>
      <vt:lpstr>Limitações do Modelo</vt:lpstr>
      <vt:lpstr>Apresentação do PowerPoint</vt:lpstr>
      <vt:lpstr>Parametrização</vt:lpstr>
      <vt:lpstr>Apresentação do PowerPoint</vt:lpstr>
      <vt:lpstr>Resultados</vt:lpstr>
      <vt:lpstr>Fechamento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do Trabalho</dc:title>
  <dc:creator>Martim Ferreira José</dc:creator>
  <cp:lastModifiedBy>Lucas Fontenla</cp:lastModifiedBy>
  <cp:revision>61</cp:revision>
  <dcterms:created xsi:type="dcterms:W3CDTF">2016-06-06T12:11:24Z</dcterms:created>
  <dcterms:modified xsi:type="dcterms:W3CDTF">2016-06-10T01:45:21Z</dcterms:modified>
</cp:coreProperties>
</file>