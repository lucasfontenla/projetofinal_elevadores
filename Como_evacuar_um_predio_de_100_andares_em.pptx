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60" r:id="rId6"/>
    <p:sldId id="261" r:id="rId7"/>
    <p:sldId id="258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85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52F4-B959-4DDF-9362-F2296ABB6BA1}" type="datetimeFigureOut">
              <a:rPr lang="pt-BR" smtClean="0"/>
              <a:t>03/06/2016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D9288-990B-4D9F-95BF-97D6A0E1B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2904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52F4-B959-4DDF-9362-F2296ABB6BA1}" type="datetimeFigureOut">
              <a:rPr lang="pt-BR" smtClean="0"/>
              <a:t>03/06/2016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D9288-990B-4D9F-95BF-97D6A0E1B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950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52F4-B959-4DDF-9362-F2296ABB6BA1}" type="datetimeFigureOut">
              <a:rPr lang="pt-BR" smtClean="0"/>
              <a:t>03/06/2016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D9288-990B-4D9F-95BF-97D6A0E1B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9640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52F4-B959-4DDF-9362-F2296ABB6BA1}" type="datetimeFigureOut">
              <a:rPr lang="pt-BR" smtClean="0"/>
              <a:t>03/06/2016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D9288-990B-4D9F-95BF-97D6A0E1B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8390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52F4-B959-4DDF-9362-F2296ABB6BA1}" type="datetimeFigureOut">
              <a:rPr lang="pt-BR" smtClean="0"/>
              <a:t>03/06/2016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D9288-990B-4D9F-95BF-97D6A0E1B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284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52F4-B959-4DDF-9362-F2296ABB6BA1}" type="datetimeFigureOut">
              <a:rPr lang="pt-BR" smtClean="0"/>
              <a:t>03/06/2016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D9288-990B-4D9F-95BF-97D6A0E1B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803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52F4-B959-4DDF-9362-F2296ABB6BA1}" type="datetimeFigureOut">
              <a:rPr lang="pt-BR" smtClean="0"/>
              <a:t>03/06/2016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D9288-990B-4D9F-95BF-97D6A0E1B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0671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52F4-B959-4DDF-9362-F2296ABB6BA1}" type="datetimeFigureOut">
              <a:rPr lang="pt-BR" smtClean="0"/>
              <a:t>03/06/2016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D9288-990B-4D9F-95BF-97D6A0E1B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901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52F4-B959-4DDF-9362-F2296ABB6BA1}" type="datetimeFigureOut">
              <a:rPr lang="pt-BR" smtClean="0"/>
              <a:t>03/06/2016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D9288-990B-4D9F-95BF-97D6A0E1B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4072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52F4-B959-4DDF-9362-F2296ABB6BA1}" type="datetimeFigureOut">
              <a:rPr lang="pt-BR" smtClean="0"/>
              <a:t>03/06/2016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D9288-990B-4D9F-95BF-97D6A0E1B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6911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52F4-B959-4DDF-9362-F2296ABB6BA1}" type="datetimeFigureOut">
              <a:rPr lang="pt-BR" smtClean="0"/>
              <a:t>03/06/2016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D9288-990B-4D9F-95BF-97D6A0E1B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7666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FD52F4-B959-4DDF-9362-F2296ABB6BA1}" type="datetimeFigureOut">
              <a:rPr lang="pt-BR" smtClean="0"/>
              <a:t>03/06/2016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6D9288-990B-4D9F-95BF-97D6A0E1B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9812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leo.co.uk/products/view/hsl-115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61535" y="1122363"/>
            <a:ext cx="9506465" cy="23876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Como evacuar um prédio de 100 andares em caso de Incêndio?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390768"/>
            <a:ext cx="9144000" cy="867032"/>
          </a:xfrm>
        </p:spPr>
        <p:txBody>
          <a:bodyPr>
            <a:normAutofit lnSpcReduction="10000"/>
          </a:bodyPr>
          <a:lstStyle/>
          <a:p>
            <a:r>
              <a:rPr lang="pt-BR" dirty="0" smtClean="0"/>
              <a:t>Lucas </a:t>
            </a:r>
            <a:r>
              <a:rPr lang="pt-BR" dirty="0" err="1" smtClean="0"/>
              <a:t>Fontenla</a:t>
            </a:r>
            <a:endParaRPr lang="pt-BR" dirty="0"/>
          </a:p>
          <a:p>
            <a:r>
              <a:rPr lang="pt-BR" dirty="0" smtClean="0"/>
              <a:t>Martim José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98201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58" t="3490" r="27005" b="39339"/>
          <a:stretch/>
        </p:blipFill>
        <p:spPr>
          <a:xfrm>
            <a:off x="98855" y="177113"/>
            <a:ext cx="1548713" cy="6680887"/>
          </a:xfrm>
          <a:prstGeom prst="rect">
            <a:avLst/>
          </a:prstGeom>
        </p:spPr>
      </p:pic>
      <p:sp>
        <p:nvSpPr>
          <p:cNvPr id="7" name="Chave direita 6"/>
          <p:cNvSpPr/>
          <p:nvPr/>
        </p:nvSpPr>
        <p:spPr>
          <a:xfrm>
            <a:off x="1392195" y="1427894"/>
            <a:ext cx="255373" cy="3797643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1746422" y="3142049"/>
            <a:ext cx="3498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F0000"/>
                </a:solidFill>
              </a:rPr>
              <a:t>8</a:t>
            </a:r>
            <a:r>
              <a:rPr lang="pt-BR" dirty="0" smtClean="0"/>
              <a:t> seções de </a:t>
            </a:r>
            <a:r>
              <a:rPr lang="pt-BR" dirty="0" smtClean="0">
                <a:solidFill>
                  <a:srgbClr val="FF0000"/>
                </a:solidFill>
              </a:rPr>
              <a:t>8</a:t>
            </a:r>
            <a:r>
              <a:rPr lang="pt-BR" dirty="0" smtClean="0"/>
              <a:t> andares = 64 andares</a:t>
            </a:r>
            <a:endParaRPr lang="pt-BR" dirty="0"/>
          </a:p>
        </p:txBody>
      </p:sp>
      <p:sp>
        <p:nvSpPr>
          <p:cNvPr id="9" name="Chave direita 8"/>
          <p:cNvSpPr/>
          <p:nvPr/>
        </p:nvSpPr>
        <p:spPr>
          <a:xfrm>
            <a:off x="1392194" y="5225536"/>
            <a:ext cx="255373" cy="1578918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1746421" y="5857102"/>
            <a:ext cx="1218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36 andares</a:t>
            </a:r>
            <a:endParaRPr lang="pt-BR" dirty="0"/>
          </a:p>
        </p:txBody>
      </p:sp>
      <p:cxnSp>
        <p:nvCxnSpPr>
          <p:cNvPr id="14" name="Conector de seta reta 13"/>
          <p:cNvCxnSpPr/>
          <p:nvPr/>
        </p:nvCxnSpPr>
        <p:spPr>
          <a:xfrm>
            <a:off x="1260389" y="1014626"/>
            <a:ext cx="89792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2158314" y="829960"/>
            <a:ext cx="859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Antena</a:t>
            </a:r>
            <a:endParaRPr lang="pt-BR" dirty="0"/>
          </a:p>
        </p:txBody>
      </p:sp>
      <p:sp>
        <p:nvSpPr>
          <p:cNvPr id="16" name="CaixaDeTexto 15"/>
          <p:cNvSpPr txBox="1"/>
          <p:nvPr/>
        </p:nvSpPr>
        <p:spPr>
          <a:xfrm>
            <a:off x="4209536" y="234772"/>
            <a:ext cx="30367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 smtClean="0"/>
              <a:t>Taipei 201</a:t>
            </a:r>
            <a:endParaRPr lang="pt-BR" sz="5400" dirty="0"/>
          </a:p>
        </p:txBody>
      </p:sp>
      <p:sp>
        <p:nvSpPr>
          <p:cNvPr id="17" name="CaixaDeTexto 16"/>
          <p:cNvSpPr txBox="1"/>
          <p:nvPr/>
        </p:nvSpPr>
        <p:spPr>
          <a:xfrm>
            <a:off x="5955957" y="1427894"/>
            <a:ext cx="29807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50</a:t>
            </a:r>
            <a:r>
              <a:rPr lang="pt-BR" dirty="0" smtClean="0">
                <a:solidFill>
                  <a:srgbClr val="FF0000"/>
                </a:solidFill>
              </a:rPr>
              <a:t>8 </a:t>
            </a:r>
            <a:r>
              <a:rPr lang="pt-BR" dirty="0" smtClean="0"/>
              <a:t>metros de altura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100 andares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48</a:t>
            </a:r>
            <a:r>
              <a:rPr lang="pt-BR" dirty="0" smtClean="0"/>
              <a:t> </a:t>
            </a:r>
            <a:r>
              <a:rPr lang="pt-BR" dirty="0" smtClean="0"/>
              <a:t>elevadores </a:t>
            </a:r>
            <a:r>
              <a:rPr lang="pt-BR" dirty="0" err="1" smtClean="0"/>
              <a:t>double</a:t>
            </a:r>
            <a:r>
              <a:rPr lang="pt-BR" dirty="0"/>
              <a:t> </a:t>
            </a:r>
            <a:r>
              <a:rPr lang="pt-BR" dirty="0" smtClean="0"/>
              <a:t>deck</a:t>
            </a:r>
            <a:endParaRPr lang="pt-BR" dirty="0"/>
          </a:p>
        </p:txBody>
      </p:sp>
      <p:cxnSp>
        <p:nvCxnSpPr>
          <p:cNvPr id="19" name="Conector angulado 18"/>
          <p:cNvCxnSpPr/>
          <p:nvPr/>
        </p:nvCxnSpPr>
        <p:spPr>
          <a:xfrm>
            <a:off x="7152293" y="2351224"/>
            <a:ext cx="588080" cy="400214"/>
          </a:xfrm>
          <a:prstGeom prst="bentConnector3">
            <a:avLst>
              <a:gd name="adj1" fmla="val 972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https://i.gyazo.com/e47fdc9f9d4ba0deb82afd8f0d2769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2173" y="2444239"/>
            <a:ext cx="1138844" cy="4306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CaixaDeTexto 24"/>
          <p:cNvSpPr txBox="1"/>
          <p:nvPr/>
        </p:nvSpPr>
        <p:spPr>
          <a:xfrm>
            <a:off x="7798265" y="2551331"/>
            <a:ext cx="422064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50 elevadores </a:t>
            </a:r>
            <a:r>
              <a:rPr lang="pt-BR" dirty="0" err="1" smtClean="0"/>
              <a:t>double</a:t>
            </a:r>
            <a:r>
              <a:rPr lang="pt-BR" dirty="0" smtClean="0"/>
              <a:t> deck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Dimensões: 2 x 2 x 2,5m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Massa do elevador: 1500 kg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Capacidade: 33 pessoas por deck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Carga máxima: 2 x 2475 kg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Velocidade </a:t>
            </a:r>
            <a:r>
              <a:rPr lang="pt-BR" dirty="0" err="1" smtClean="0"/>
              <a:t>max</a:t>
            </a:r>
            <a:r>
              <a:rPr lang="pt-BR" dirty="0" smtClean="0"/>
              <a:t>: 16.8333 m/s (subida)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Velocidade </a:t>
            </a:r>
            <a:r>
              <a:rPr lang="pt-BR" dirty="0" err="1" smtClean="0"/>
              <a:t>max</a:t>
            </a:r>
            <a:r>
              <a:rPr lang="pt-BR" dirty="0" smtClean="0"/>
              <a:t>: 10m/s (descida) 8.5seg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2" name="CaixaDeTexto 1"/>
          <p:cNvSpPr txBox="1"/>
          <p:nvPr/>
        </p:nvSpPr>
        <p:spPr>
          <a:xfrm>
            <a:off x="2158314" y="1771650"/>
            <a:ext cx="2680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99 pessoas por andar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792 pessoas por seção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1552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m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111" y="673812"/>
            <a:ext cx="3544481" cy="1789581"/>
          </a:xfrm>
          <a:prstGeom prst="rect">
            <a:avLst/>
          </a:prstGeom>
        </p:spPr>
      </p:pic>
      <p:sp>
        <p:nvSpPr>
          <p:cNvPr id="35" name="CaixaDeTexto 34"/>
          <p:cNvSpPr txBox="1"/>
          <p:nvPr/>
        </p:nvSpPr>
        <p:spPr>
          <a:xfrm>
            <a:off x="6451600" y="347133"/>
            <a:ext cx="3003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Como será feita a evacuação?</a:t>
            </a:r>
            <a:endParaRPr lang="pt-BR" b="1" dirty="0"/>
          </a:p>
        </p:txBody>
      </p:sp>
      <p:sp>
        <p:nvSpPr>
          <p:cNvPr id="44" name="Triângulo isósceles 43"/>
          <p:cNvSpPr/>
          <p:nvPr/>
        </p:nvSpPr>
        <p:spPr>
          <a:xfrm>
            <a:off x="5638584" y="1346828"/>
            <a:ext cx="228408" cy="218433"/>
          </a:xfrm>
          <a:prstGeom prst="triangl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Triângulo isósceles 44"/>
          <p:cNvSpPr/>
          <p:nvPr/>
        </p:nvSpPr>
        <p:spPr>
          <a:xfrm flipV="1">
            <a:off x="5638584" y="1571945"/>
            <a:ext cx="228408" cy="218433"/>
          </a:xfrm>
          <a:prstGeom prst="triangl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7" name="Conector de seta reta 46"/>
          <p:cNvCxnSpPr>
            <a:stCxn id="45" idx="0"/>
          </p:cNvCxnSpPr>
          <p:nvPr/>
        </p:nvCxnSpPr>
        <p:spPr>
          <a:xfrm>
            <a:off x="5752788" y="1790378"/>
            <a:ext cx="0" cy="5464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6475206" y="746663"/>
            <a:ext cx="541571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	Em cada seção de 8 andares, todas as 792 pessoas se reunirão nos dois andares centrais. Desses dois andares partirão rumo ao solo, 24 elevadores </a:t>
            </a:r>
            <a:r>
              <a:rPr lang="pt-BR" dirty="0" err="1" smtClean="0"/>
              <a:t>double</a:t>
            </a:r>
            <a:r>
              <a:rPr lang="pt-BR" dirty="0" smtClean="0"/>
              <a:t>-deck simultaneamente.</a:t>
            </a:r>
          </a:p>
          <a:p>
            <a:r>
              <a:rPr lang="pt-BR" dirty="0" smtClean="0"/>
              <a:t>	A </a:t>
            </a:r>
            <a:r>
              <a:rPr lang="pt-BR" dirty="0"/>
              <a:t>evacuação começa pelo topo de prédio, o ponto mais crítico. Como ao todo existem 48 elevadores, pode-se evacuar duas seções ao mesmo tempo</a:t>
            </a:r>
            <a:r>
              <a:rPr lang="pt-BR" dirty="0" smtClean="0"/>
              <a:t>.</a:t>
            </a:r>
          </a:p>
          <a:p>
            <a:r>
              <a:rPr lang="pt-BR" dirty="0"/>
              <a:t>	</a:t>
            </a:r>
            <a:r>
              <a:rPr lang="pt-BR" dirty="0" smtClean="0"/>
              <a:t>Após chegarem ao térreo, os elevadores subirão e evacuarão os  o restante das seções. Os que serviram a seção 12, servirão agora a seção 10, e os que serviram a seção 11, a seção 9.</a:t>
            </a:r>
          </a:p>
        </p:txBody>
      </p:sp>
      <p:sp>
        <p:nvSpPr>
          <p:cNvPr id="53" name="Seta para cima 52"/>
          <p:cNvSpPr/>
          <p:nvPr/>
        </p:nvSpPr>
        <p:spPr>
          <a:xfrm>
            <a:off x="3751851" y="1587500"/>
            <a:ext cx="381000" cy="749300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Seta para cima 53"/>
          <p:cNvSpPr/>
          <p:nvPr/>
        </p:nvSpPr>
        <p:spPr>
          <a:xfrm flipV="1">
            <a:off x="3750361" y="756006"/>
            <a:ext cx="381000" cy="749300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6" name="Imagem 5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8" y="0"/>
            <a:ext cx="1594656" cy="6858000"/>
          </a:xfrm>
          <a:prstGeom prst="rect">
            <a:avLst/>
          </a:prstGeom>
        </p:spPr>
      </p:pic>
      <p:sp>
        <p:nvSpPr>
          <p:cNvPr id="34" name="Seta para a direita 33"/>
          <p:cNvSpPr/>
          <p:nvPr/>
        </p:nvSpPr>
        <p:spPr>
          <a:xfrm>
            <a:off x="1351703" y="1392747"/>
            <a:ext cx="914400" cy="22511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1842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/>
          <p:cNvCxnSpPr/>
          <p:nvPr/>
        </p:nvCxnSpPr>
        <p:spPr>
          <a:xfrm>
            <a:off x="1181100" y="209550"/>
            <a:ext cx="0" cy="6276975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Conector reto 7"/>
          <p:cNvCxnSpPr/>
          <p:nvPr/>
        </p:nvCxnSpPr>
        <p:spPr>
          <a:xfrm>
            <a:off x="1143000" y="6486525"/>
            <a:ext cx="2162175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Forma livre 12"/>
          <p:cNvSpPr/>
          <p:nvPr/>
        </p:nvSpPr>
        <p:spPr>
          <a:xfrm>
            <a:off x="1644953" y="5257800"/>
            <a:ext cx="1158268" cy="1228725"/>
          </a:xfrm>
          <a:custGeom>
            <a:avLst/>
            <a:gdLst>
              <a:gd name="connsiteX0" fmla="*/ 899890 w 1158268"/>
              <a:gd name="connsiteY0" fmla="*/ 9525 h 2047875"/>
              <a:gd name="connsiteX1" fmla="*/ 852265 w 1158268"/>
              <a:gd name="connsiteY1" fmla="*/ 0 h 2047875"/>
              <a:gd name="connsiteX2" fmla="*/ 280765 w 1158268"/>
              <a:gd name="connsiteY2" fmla="*/ 9525 h 2047875"/>
              <a:gd name="connsiteX3" fmla="*/ 147415 w 1158268"/>
              <a:gd name="connsiteY3" fmla="*/ 38100 h 2047875"/>
              <a:gd name="connsiteX4" fmla="*/ 109315 w 1158268"/>
              <a:gd name="connsiteY4" fmla="*/ 66675 h 2047875"/>
              <a:gd name="connsiteX5" fmla="*/ 80740 w 1158268"/>
              <a:gd name="connsiteY5" fmla="*/ 85725 h 2047875"/>
              <a:gd name="connsiteX6" fmla="*/ 61690 w 1158268"/>
              <a:gd name="connsiteY6" fmla="*/ 114300 h 2047875"/>
              <a:gd name="connsiteX7" fmla="*/ 14065 w 1158268"/>
              <a:gd name="connsiteY7" fmla="*/ 171450 h 2047875"/>
              <a:gd name="connsiteX8" fmla="*/ 23590 w 1158268"/>
              <a:gd name="connsiteY8" fmla="*/ 333375 h 2047875"/>
              <a:gd name="connsiteX9" fmla="*/ 52165 w 1158268"/>
              <a:gd name="connsiteY9" fmla="*/ 361950 h 2047875"/>
              <a:gd name="connsiteX10" fmla="*/ 109315 w 1158268"/>
              <a:gd name="connsiteY10" fmla="*/ 400050 h 2047875"/>
              <a:gd name="connsiteX11" fmla="*/ 204565 w 1158268"/>
              <a:gd name="connsiteY11" fmla="*/ 438150 h 2047875"/>
              <a:gd name="connsiteX12" fmla="*/ 233140 w 1158268"/>
              <a:gd name="connsiteY12" fmla="*/ 447675 h 2047875"/>
              <a:gd name="connsiteX13" fmla="*/ 261715 w 1158268"/>
              <a:gd name="connsiteY13" fmla="*/ 466725 h 2047875"/>
              <a:gd name="connsiteX14" fmla="*/ 318865 w 1158268"/>
              <a:gd name="connsiteY14" fmla="*/ 485775 h 2047875"/>
              <a:gd name="connsiteX15" fmla="*/ 347440 w 1158268"/>
              <a:gd name="connsiteY15" fmla="*/ 495300 h 2047875"/>
              <a:gd name="connsiteX16" fmla="*/ 385540 w 1158268"/>
              <a:gd name="connsiteY16" fmla="*/ 504825 h 2047875"/>
              <a:gd name="connsiteX17" fmla="*/ 490315 w 1158268"/>
              <a:gd name="connsiteY17" fmla="*/ 523875 h 2047875"/>
              <a:gd name="connsiteX18" fmla="*/ 795115 w 1158268"/>
              <a:gd name="connsiteY18" fmla="*/ 514350 h 2047875"/>
              <a:gd name="connsiteX19" fmla="*/ 823690 w 1158268"/>
              <a:gd name="connsiteY19" fmla="*/ 504825 h 2047875"/>
              <a:gd name="connsiteX20" fmla="*/ 861790 w 1158268"/>
              <a:gd name="connsiteY20" fmla="*/ 495300 h 2047875"/>
              <a:gd name="connsiteX21" fmla="*/ 928465 w 1158268"/>
              <a:gd name="connsiteY21" fmla="*/ 466725 h 2047875"/>
              <a:gd name="connsiteX22" fmla="*/ 947515 w 1158268"/>
              <a:gd name="connsiteY22" fmla="*/ 438150 h 2047875"/>
              <a:gd name="connsiteX23" fmla="*/ 937990 w 1158268"/>
              <a:gd name="connsiteY23" fmla="*/ 352425 h 2047875"/>
              <a:gd name="connsiteX24" fmla="*/ 909415 w 1158268"/>
              <a:gd name="connsiteY24" fmla="*/ 342900 h 2047875"/>
              <a:gd name="connsiteX25" fmla="*/ 823690 w 1158268"/>
              <a:gd name="connsiteY25" fmla="*/ 314325 h 2047875"/>
              <a:gd name="connsiteX26" fmla="*/ 785590 w 1158268"/>
              <a:gd name="connsiteY26" fmla="*/ 285750 h 2047875"/>
              <a:gd name="connsiteX27" fmla="*/ 652240 w 1158268"/>
              <a:gd name="connsiteY27" fmla="*/ 257175 h 2047875"/>
              <a:gd name="connsiteX28" fmla="*/ 623665 w 1158268"/>
              <a:gd name="connsiteY28" fmla="*/ 238125 h 2047875"/>
              <a:gd name="connsiteX29" fmla="*/ 128365 w 1158268"/>
              <a:gd name="connsiteY29" fmla="*/ 266700 h 2047875"/>
              <a:gd name="connsiteX30" fmla="*/ 80740 w 1158268"/>
              <a:gd name="connsiteY30" fmla="*/ 323850 h 2047875"/>
              <a:gd name="connsiteX31" fmla="*/ 61690 w 1158268"/>
              <a:gd name="connsiteY31" fmla="*/ 381000 h 2047875"/>
              <a:gd name="connsiteX32" fmla="*/ 52165 w 1158268"/>
              <a:gd name="connsiteY32" fmla="*/ 409575 h 2047875"/>
              <a:gd name="connsiteX33" fmla="*/ 14065 w 1158268"/>
              <a:gd name="connsiteY33" fmla="*/ 466725 h 2047875"/>
              <a:gd name="connsiteX34" fmla="*/ 23590 w 1158268"/>
              <a:gd name="connsiteY34" fmla="*/ 714375 h 2047875"/>
              <a:gd name="connsiteX35" fmla="*/ 42640 w 1158268"/>
              <a:gd name="connsiteY35" fmla="*/ 742950 h 2047875"/>
              <a:gd name="connsiteX36" fmla="*/ 61690 w 1158268"/>
              <a:gd name="connsiteY36" fmla="*/ 781050 h 2047875"/>
              <a:gd name="connsiteX37" fmla="*/ 99790 w 1158268"/>
              <a:gd name="connsiteY37" fmla="*/ 838200 h 2047875"/>
              <a:gd name="connsiteX38" fmla="*/ 128365 w 1158268"/>
              <a:gd name="connsiteY38" fmla="*/ 857250 h 2047875"/>
              <a:gd name="connsiteX39" fmla="*/ 185515 w 1158268"/>
              <a:gd name="connsiteY39" fmla="*/ 895350 h 2047875"/>
              <a:gd name="connsiteX40" fmla="*/ 223615 w 1158268"/>
              <a:gd name="connsiteY40" fmla="*/ 923925 h 2047875"/>
              <a:gd name="connsiteX41" fmla="*/ 280765 w 1158268"/>
              <a:gd name="connsiteY41" fmla="*/ 942975 h 2047875"/>
              <a:gd name="connsiteX42" fmla="*/ 309340 w 1158268"/>
              <a:gd name="connsiteY42" fmla="*/ 971550 h 2047875"/>
              <a:gd name="connsiteX43" fmla="*/ 366490 w 1158268"/>
              <a:gd name="connsiteY43" fmla="*/ 990600 h 2047875"/>
              <a:gd name="connsiteX44" fmla="*/ 395065 w 1158268"/>
              <a:gd name="connsiteY44" fmla="*/ 1000125 h 2047875"/>
              <a:gd name="connsiteX45" fmla="*/ 423640 w 1158268"/>
              <a:gd name="connsiteY45" fmla="*/ 1009650 h 2047875"/>
              <a:gd name="connsiteX46" fmla="*/ 528415 w 1158268"/>
              <a:gd name="connsiteY46" fmla="*/ 1028700 h 2047875"/>
              <a:gd name="connsiteX47" fmla="*/ 737965 w 1158268"/>
              <a:gd name="connsiteY47" fmla="*/ 1019175 h 2047875"/>
              <a:gd name="connsiteX48" fmla="*/ 823690 w 1158268"/>
              <a:gd name="connsiteY48" fmla="*/ 1000125 h 2047875"/>
              <a:gd name="connsiteX49" fmla="*/ 852265 w 1158268"/>
              <a:gd name="connsiteY49" fmla="*/ 981075 h 2047875"/>
              <a:gd name="connsiteX50" fmla="*/ 880840 w 1158268"/>
              <a:gd name="connsiteY50" fmla="*/ 971550 h 2047875"/>
              <a:gd name="connsiteX51" fmla="*/ 918940 w 1158268"/>
              <a:gd name="connsiteY51" fmla="*/ 952500 h 2047875"/>
              <a:gd name="connsiteX52" fmla="*/ 937990 w 1158268"/>
              <a:gd name="connsiteY52" fmla="*/ 923925 h 2047875"/>
              <a:gd name="connsiteX53" fmla="*/ 1014190 w 1158268"/>
              <a:gd name="connsiteY53" fmla="*/ 876300 h 2047875"/>
              <a:gd name="connsiteX54" fmla="*/ 1023715 w 1158268"/>
              <a:gd name="connsiteY54" fmla="*/ 847725 h 2047875"/>
              <a:gd name="connsiteX55" fmla="*/ 985615 w 1158268"/>
              <a:gd name="connsiteY55" fmla="*/ 790575 h 2047875"/>
              <a:gd name="connsiteX56" fmla="*/ 957040 w 1158268"/>
              <a:gd name="connsiteY56" fmla="*/ 781050 h 2047875"/>
              <a:gd name="connsiteX57" fmla="*/ 823690 w 1158268"/>
              <a:gd name="connsiteY57" fmla="*/ 742950 h 2047875"/>
              <a:gd name="connsiteX58" fmla="*/ 718915 w 1158268"/>
              <a:gd name="connsiteY58" fmla="*/ 733425 h 2047875"/>
              <a:gd name="connsiteX59" fmla="*/ 595090 w 1158268"/>
              <a:gd name="connsiteY59" fmla="*/ 723900 h 2047875"/>
              <a:gd name="connsiteX60" fmla="*/ 271240 w 1158268"/>
              <a:gd name="connsiteY60" fmla="*/ 742950 h 2047875"/>
              <a:gd name="connsiteX61" fmla="*/ 233140 w 1158268"/>
              <a:gd name="connsiteY61" fmla="*/ 762000 h 2047875"/>
              <a:gd name="connsiteX62" fmla="*/ 204565 w 1158268"/>
              <a:gd name="connsiteY62" fmla="*/ 771525 h 2047875"/>
              <a:gd name="connsiteX63" fmla="*/ 175990 w 1158268"/>
              <a:gd name="connsiteY63" fmla="*/ 800100 h 2047875"/>
              <a:gd name="connsiteX64" fmla="*/ 128365 w 1158268"/>
              <a:gd name="connsiteY64" fmla="*/ 857250 h 2047875"/>
              <a:gd name="connsiteX65" fmla="*/ 61690 w 1158268"/>
              <a:gd name="connsiteY65" fmla="*/ 904875 h 2047875"/>
              <a:gd name="connsiteX66" fmla="*/ 52165 w 1158268"/>
              <a:gd name="connsiteY66" fmla="*/ 933450 h 2047875"/>
              <a:gd name="connsiteX67" fmla="*/ 33115 w 1158268"/>
              <a:gd name="connsiteY67" fmla="*/ 971550 h 2047875"/>
              <a:gd name="connsiteX68" fmla="*/ 23590 w 1158268"/>
              <a:gd name="connsiteY68" fmla="*/ 1047750 h 2047875"/>
              <a:gd name="connsiteX69" fmla="*/ 33115 w 1158268"/>
              <a:gd name="connsiteY69" fmla="*/ 1266825 h 2047875"/>
              <a:gd name="connsiteX70" fmla="*/ 52165 w 1158268"/>
              <a:gd name="connsiteY70" fmla="*/ 1295400 h 2047875"/>
              <a:gd name="connsiteX71" fmla="*/ 90265 w 1158268"/>
              <a:gd name="connsiteY71" fmla="*/ 1362075 h 2047875"/>
              <a:gd name="connsiteX72" fmla="*/ 128365 w 1158268"/>
              <a:gd name="connsiteY72" fmla="*/ 1381125 h 2047875"/>
              <a:gd name="connsiteX73" fmla="*/ 195040 w 1158268"/>
              <a:gd name="connsiteY73" fmla="*/ 1428750 h 2047875"/>
              <a:gd name="connsiteX74" fmla="*/ 290290 w 1158268"/>
              <a:gd name="connsiteY74" fmla="*/ 1457325 h 2047875"/>
              <a:gd name="connsiteX75" fmla="*/ 337915 w 1158268"/>
              <a:gd name="connsiteY75" fmla="*/ 1466850 h 2047875"/>
              <a:gd name="connsiteX76" fmla="*/ 395065 w 1158268"/>
              <a:gd name="connsiteY76" fmla="*/ 1485900 h 2047875"/>
              <a:gd name="connsiteX77" fmla="*/ 804640 w 1158268"/>
              <a:gd name="connsiteY77" fmla="*/ 1476375 h 2047875"/>
              <a:gd name="connsiteX78" fmla="*/ 918940 w 1158268"/>
              <a:gd name="connsiteY78" fmla="*/ 1447800 h 2047875"/>
              <a:gd name="connsiteX79" fmla="*/ 995140 w 1158268"/>
              <a:gd name="connsiteY79" fmla="*/ 1409700 h 2047875"/>
              <a:gd name="connsiteX80" fmla="*/ 1071340 w 1158268"/>
              <a:gd name="connsiteY80" fmla="*/ 1390650 h 2047875"/>
              <a:gd name="connsiteX81" fmla="*/ 1138015 w 1158268"/>
              <a:gd name="connsiteY81" fmla="*/ 1352550 h 2047875"/>
              <a:gd name="connsiteX82" fmla="*/ 1147540 w 1158268"/>
              <a:gd name="connsiteY82" fmla="*/ 1276350 h 2047875"/>
              <a:gd name="connsiteX83" fmla="*/ 1118965 w 1158268"/>
              <a:gd name="connsiteY83" fmla="*/ 1257300 h 2047875"/>
              <a:gd name="connsiteX84" fmla="*/ 1023715 w 1158268"/>
              <a:gd name="connsiteY84" fmla="*/ 1238250 h 2047875"/>
              <a:gd name="connsiteX85" fmla="*/ 709390 w 1158268"/>
              <a:gd name="connsiteY85" fmla="*/ 1219200 h 2047875"/>
              <a:gd name="connsiteX86" fmla="*/ 156940 w 1158268"/>
              <a:gd name="connsiteY86" fmla="*/ 1209675 h 2047875"/>
              <a:gd name="connsiteX87" fmla="*/ 128365 w 1158268"/>
              <a:gd name="connsiteY87" fmla="*/ 1247775 h 2047875"/>
              <a:gd name="connsiteX88" fmla="*/ 128365 w 1158268"/>
              <a:gd name="connsiteY88" fmla="*/ 1533525 h 2047875"/>
              <a:gd name="connsiteX89" fmla="*/ 175990 w 1158268"/>
              <a:gd name="connsiteY89" fmla="*/ 1609725 h 2047875"/>
              <a:gd name="connsiteX90" fmla="*/ 214090 w 1158268"/>
              <a:gd name="connsiteY90" fmla="*/ 1695450 h 2047875"/>
              <a:gd name="connsiteX91" fmla="*/ 233140 w 1158268"/>
              <a:gd name="connsiteY91" fmla="*/ 1733550 h 2047875"/>
              <a:gd name="connsiteX92" fmla="*/ 261715 w 1158268"/>
              <a:gd name="connsiteY92" fmla="*/ 1762125 h 2047875"/>
              <a:gd name="connsiteX93" fmla="*/ 299815 w 1158268"/>
              <a:gd name="connsiteY93" fmla="*/ 1819275 h 2047875"/>
              <a:gd name="connsiteX94" fmla="*/ 318865 w 1158268"/>
              <a:gd name="connsiteY94" fmla="*/ 1857375 h 2047875"/>
              <a:gd name="connsiteX95" fmla="*/ 356965 w 1158268"/>
              <a:gd name="connsiteY95" fmla="*/ 1885950 h 2047875"/>
              <a:gd name="connsiteX96" fmla="*/ 423640 w 1158268"/>
              <a:gd name="connsiteY96" fmla="*/ 1933575 h 2047875"/>
              <a:gd name="connsiteX97" fmla="*/ 480790 w 1158268"/>
              <a:gd name="connsiteY97" fmla="*/ 1971675 h 2047875"/>
              <a:gd name="connsiteX98" fmla="*/ 518890 w 1158268"/>
              <a:gd name="connsiteY98" fmla="*/ 1981200 h 2047875"/>
              <a:gd name="connsiteX99" fmla="*/ 576040 w 1158268"/>
              <a:gd name="connsiteY99" fmla="*/ 2000250 h 2047875"/>
              <a:gd name="connsiteX100" fmla="*/ 633190 w 1158268"/>
              <a:gd name="connsiteY100" fmla="*/ 2009775 h 2047875"/>
              <a:gd name="connsiteX101" fmla="*/ 671290 w 1158268"/>
              <a:gd name="connsiteY101" fmla="*/ 2028825 h 2047875"/>
              <a:gd name="connsiteX102" fmla="*/ 852265 w 1158268"/>
              <a:gd name="connsiteY102" fmla="*/ 2047875 h 2047875"/>
              <a:gd name="connsiteX103" fmla="*/ 1033240 w 1158268"/>
              <a:gd name="connsiteY103" fmla="*/ 2000250 h 2047875"/>
              <a:gd name="connsiteX104" fmla="*/ 1042765 w 1158268"/>
              <a:gd name="connsiteY104" fmla="*/ 1971675 h 2047875"/>
              <a:gd name="connsiteX105" fmla="*/ 1033240 w 1158268"/>
              <a:gd name="connsiteY105" fmla="*/ 1819275 h 2047875"/>
              <a:gd name="connsiteX106" fmla="*/ 976090 w 1158268"/>
              <a:gd name="connsiteY106" fmla="*/ 1790700 h 2047875"/>
              <a:gd name="connsiteX107" fmla="*/ 899890 w 1158268"/>
              <a:gd name="connsiteY107" fmla="*/ 1762125 h 2047875"/>
              <a:gd name="connsiteX108" fmla="*/ 804640 w 1158268"/>
              <a:gd name="connsiteY108" fmla="*/ 1733550 h 2047875"/>
              <a:gd name="connsiteX109" fmla="*/ 671290 w 1158268"/>
              <a:gd name="connsiteY109" fmla="*/ 1724025 h 2047875"/>
              <a:gd name="connsiteX110" fmla="*/ 233140 w 1158268"/>
              <a:gd name="connsiteY110" fmla="*/ 1733550 h 2047875"/>
              <a:gd name="connsiteX111" fmla="*/ 214090 w 1158268"/>
              <a:gd name="connsiteY111" fmla="*/ 1762125 h 2047875"/>
              <a:gd name="connsiteX112" fmla="*/ 195040 w 1158268"/>
              <a:gd name="connsiteY112" fmla="*/ 1819275 h 2047875"/>
              <a:gd name="connsiteX113" fmla="*/ 166465 w 1158268"/>
              <a:gd name="connsiteY113" fmla="*/ 1876425 h 2047875"/>
              <a:gd name="connsiteX114" fmla="*/ 156940 w 1158268"/>
              <a:gd name="connsiteY114" fmla="*/ 1876425 h 204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158268" h="2047875">
                <a:moveTo>
                  <a:pt x="899890" y="9525"/>
                </a:moveTo>
                <a:cubicBezTo>
                  <a:pt x="884015" y="6350"/>
                  <a:pt x="868454" y="0"/>
                  <a:pt x="852265" y="0"/>
                </a:cubicBezTo>
                <a:cubicBezTo>
                  <a:pt x="661739" y="0"/>
                  <a:pt x="471117" y="1367"/>
                  <a:pt x="280765" y="9525"/>
                </a:cubicBezTo>
                <a:cubicBezTo>
                  <a:pt x="254675" y="10643"/>
                  <a:pt x="183775" y="29010"/>
                  <a:pt x="147415" y="38100"/>
                </a:cubicBezTo>
                <a:cubicBezTo>
                  <a:pt x="134715" y="47625"/>
                  <a:pt x="122233" y="57448"/>
                  <a:pt x="109315" y="66675"/>
                </a:cubicBezTo>
                <a:cubicBezTo>
                  <a:pt x="100000" y="73329"/>
                  <a:pt x="88835" y="77630"/>
                  <a:pt x="80740" y="85725"/>
                </a:cubicBezTo>
                <a:cubicBezTo>
                  <a:pt x="72645" y="93820"/>
                  <a:pt x="69019" y="105506"/>
                  <a:pt x="61690" y="114300"/>
                </a:cubicBezTo>
                <a:cubicBezTo>
                  <a:pt x="574" y="187639"/>
                  <a:pt x="61363" y="100504"/>
                  <a:pt x="14065" y="171450"/>
                </a:cubicBezTo>
                <a:cubicBezTo>
                  <a:pt x="17240" y="225425"/>
                  <a:pt x="12986" y="280357"/>
                  <a:pt x="23590" y="333375"/>
                </a:cubicBezTo>
                <a:cubicBezTo>
                  <a:pt x="26232" y="346584"/>
                  <a:pt x="41532" y="353680"/>
                  <a:pt x="52165" y="361950"/>
                </a:cubicBezTo>
                <a:cubicBezTo>
                  <a:pt x="70237" y="376006"/>
                  <a:pt x="88837" y="389811"/>
                  <a:pt x="109315" y="400050"/>
                </a:cubicBezTo>
                <a:cubicBezTo>
                  <a:pt x="165376" y="428080"/>
                  <a:pt x="133945" y="414610"/>
                  <a:pt x="204565" y="438150"/>
                </a:cubicBezTo>
                <a:cubicBezTo>
                  <a:pt x="214090" y="441325"/>
                  <a:pt x="224786" y="442106"/>
                  <a:pt x="233140" y="447675"/>
                </a:cubicBezTo>
                <a:cubicBezTo>
                  <a:pt x="242665" y="454025"/>
                  <a:pt x="251254" y="462076"/>
                  <a:pt x="261715" y="466725"/>
                </a:cubicBezTo>
                <a:cubicBezTo>
                  <a:pt x="280065" y="474880"/>
                  <a:pt x="299815" y="479425"/>
                  <a:pt x="318865" y="485775"/>
                </a:cubicBezTo>
                <a:cubicBezTo>
                  <a:pt x="328390" y="488950"/>
                  <a:pt x="337700" y="492865"/>
                  <a:pt x="347440" y="495300"/>
                </a:cubicBezTo>
                <a:cubicBezTo>
                  <a:pt x="360140" y="498475"/>
                  <a:pt x="372761" y="501985"/>
                  <a:pt x="385540" y="504825"/>
                </a:cubicBezTo>
                <a:cubicBezTo>
                  <a:pt x="425478" y="513700"/>
                  <a:pt x="448958" y="516982"/>
                  <a:pt x="490315" y="523875"/>
                </a:cubicBezTo>
                <a:cubicBezTo>
                  <a:pt x="591915" y="520700"/>
                  <a:pt x="693631" y="520149"/>
                  <a:pt x="795115" y="514350"/>
                </a:cubicBezTo>
                <a:cubicBezTo>
                  <a:pt x="805139" y="513777"/>
                  <a:pt x="814036" y="507583"/>
                  <a:pt x="823690" y="504825"/>
                </a:cubicBezTo>
                <a:cubicBezTo>
                  <a:pt x="836277" y="501229"/>
                  <a:pt x="849533" y="499897"/>
                  <a:pt x="861790" y="495300"/>
                </a:cubicBezTo>
                <a:cubicBezTo>
                  <a:pt x="1050111" y="424680"/>
                  <a:pt x="786547" y="514031"/>
                  <a:pt x="928465" y="466725"/>
                </a:cubicBezTo>
                <a:cubicBezTo>
                  <a:pt x="934815" y="457200"/>
                  <a:pt x="946564" y="449558"/>
                  <a:pt x="947515" y="438150"/>
                </a:cubicBezTo>
                <a:cubicBezTo>
                  <a:pt x="949903" y="409498"/>
                  <a:pt x="948668" y="379119"/>
                  <a:pt x="937990" y="352425"/>
                </a:cubicBezTo>
                <a:cubicBezTo>
                  <a:pt x="934261" y="343103"/>
                  <a:pt x="918395" y="347390"/>
                  <a:pt x="909415" y="342900"/>
                </a:cubicBezTo>
                <a:cubicBezTo>
                  <a:pt x="842449" y="309417"/>
                  <a:pt x="929790" y="332008"/>
                  <a:pt x="823690" y="314325"/>
                </a:cubicBezTo>
                <a:cubicBezTo>
                  <a:pt x="810990" y="304800"/>
                  <a:pt x="799789" y="292850"/>
                  <a:pt x="785590" y="285750"/>
                </a:cubicBezTo>
                <a:cubicBezTo>
                  <a:pt x="740349" y="263129"/>
                  <a:pt x="702228" y="263424"/>
                  <a:pt x="652240" y="257175"/>
                </a:cubicBezTo>
                <a:cubicBezTo>
                  <a:pt x="642715" y="250825"/>
                  <a:pt x="635110" y="238359"/>
                  <a:pt x="623665" y="238125"/>
                </a:cubicBezTo>
                <a:cubicBezTo>
                  <a:pt x="220036" y="229888"/>
                  <a:pt x="316598" y="203956"/>
                  <a:pt x="128365" y="266700"/>
                </a:cubicBezTo>
                <a:cubicBezTo>
                  <a:pt x="110420" y="284645"/>
                  <a:pt x="91349" y="299980"/>
                  <a:pt x="80740" y="323850"/>
                </a:cubicBezTo>
                <a:cubicBezTo>
                  <a:pt x="72585" y="342200"/>
                  <a:pt x="68040" y="361950"/>
                  <a:pt x="61690" y="381000"/>
                </a:cubicBezTo>
                <a:cubicBezTo>
                  <a:pt x="58515" y="390525"/>
                  <a:pt x="57734" y="401221"/>
                  <a:pt x="52165" y="409575"/>
                </a:cubicBezTo>
                <a:lnTo>
                  <a:pt x="14065" y="466725"/>
                </a:lnTo>
                <a:cubicBezTo>
                  <a:pt x="-6560" y="569848"/>
                  <a:pt x="-5416" y="540339"/>
                  <a:pt x="23590" y="714375"/>
                </a:cubicBezTo>
                <a:cubicBezTo>
                  <a:pt x="25472" y="725667"/>
                  <a:pt x="36960" y="733011"/>
                  <a:pt x="42640" y="742950"/>
                </a:cubicBezTo>
                <a:cubicBezTo>
                  <a:pt x="49685" y="755278"/>
                  <a:pt x="54385" y="768874"/>
                  <a:pt x="61690" y="781050"/>
                </a:cubicBezTo>
                <a:cubicBezTo>
                  <a:pt x="73470" y="800683"/>
                  <a:pt x="80740" y="825500"/>
                  <a:pt x="99790" y="838200"/>
                </a:cubicBezTo>
                <a:cubicBezTo>
                  <a:pt x="109315" y="844550"/>
                  <a:pt x="119571" y="849921"/>
                  <a:pt x="128365" y="857250"/>
                </a:cubicBezTo>
                <a:cubicBezTo>
                  <a:pt x="175931" y="896888"/>
                  <a:pt x="135297" y="878611"/>
                  <a:pt x="185515" y="895350"/>
                </a:cubicBezTo>
                <a:cubicBezTo>
                  <a:pt x="198215" y="904875"/>
                  <a:pt x="209416" y="916825"/>
                  <a:pt x="223615" y="923925"/>
                </a:cubicBezTo>
                <a:cubicBezTo>
                  <a:pt x="241576" y="932905"/>
                  <a:pt x="280765" y="942975"/>
                  <a:pt x="280765" y="942975"/>
                </a:cubicBezTo>
                <a:cubicBezTo>
                  <a:pt x="290290" y="952500"/>
                  <a:pt x="297565" y="965008"/>
                  <a:pt x="309340" y="971550"/>
                </a:cubicBezTo>
                <a:cubicBezTo>
                  <a:pt x="326893" y="981302"/>
                  <a:pt x="347440" y="984250"/>
                  <a:pt x="366490" y="990600"/>
                </a:cubicBezTo>
                <a:lnTo>
                  <a:pt x="395065" y="1000125"/>
                </a:lnTo>
                <a:cubicBezTo>
                  <a:pt x="404590" y="1003300"/>
                  <a:pt x="413701" y="1008230"/>
                  <a:pt x="423640" y="1009650"/>
                </a:cubicBezTo>
                <a:cubicBezTo>
                  <a:pt x="503274" y="1021026"/>
                  <a:pt x="468535" y="1013730"/>
                  <a:pt x="528415" y="1028700"/>
                </a:cubicBezTo>
                <a:cubicBezTo>
                  <a:pt x="598265" y="1025525"/>
                  <a:pt x="668234" y="1024340"/>
                  <a:pt x="737965" y="1019175"/>
                </a:cubicBezTo>
                <a:cubicBezTo>
                  <a:pt x="755149" y="1017902"/>
                  <a:pt x="804879" y="1004828"/>
                  <a:pt x="823690" y="1000125"/>
                </a:cubicBezTo>
                <a:cubicBezTo>
                  <a:pt x="833215" y="993775"/>
                  <a:pt x="842026" y="986195"/>
                  <a:pt x="852265" y="981075"/>
                </a:cubicBezTo>
                <a:cubicBezTo>
                  <a:pt x="861245" y="976585"/>
                  <a:pt x="871612" y="975505"/>
                  <a:pt x="880840" y="971550"/>
                </a:cubicBezTo>
                <a:cubicBezTo>
                  <a:pt x="893891" y="965957"/>
                  <a:pt x="906240" y="958850"/>
                  <a:pt x="918940" y="952500"/>
                </a:cubicBezTo>
                <a:cubicBezTo>
                  <a:pt x="925290" y="942975"/>
                  <a:pt x="928675" y="930579"/>
                  <a:pt x="937990" y="923925"/>
                </a:cubicBezTo>
                <a:cubicBezTo>
                  <a:pt x="1064267" y="833727"/>
                  <a:pt x="921413" y="969077"/>
                  <a:pt x="1014190" y="876300"/>
                </a:cubicBezTo>
                <a:cubicBezTo>
                  <a:pt x="1017365" y="866775"/>
                  <a:pt x="1023715" y="857765"/>
                  <a:pt x="1023715" y="847725"/>
                </a:cubicBezTo>
                <a:cubicBezTo>
                  <a:pt x="1023715" y="824424"/>
                  <a:pt x="1002795" y="802029"/>
                  <a:pt x="985615" y="790575"/>
                </a:cubicBezTo>
                <a:cubicBezTo>
                  <a:pt x="977261" y="785006"/>
                  <a:pt x="966268" y="785005"/>
                  <a:pt x="957040" y="781050"/>
                </a:cubicBezTo>
                <a:cubicBezTo>
                  <a:pt x="882790" y="749228"/>
                  <a:pt x="949259" y="760888"/>
                  <a:pt x="823690" y="742950"/>
                </a:cubicBezTo>
                <a:cubicBezTo>
                  <a:pt x="788973" y="737990"/>
                  <a:pt x="753863" y="736337"/>
                  <a:pt x="718915" y="733425"/>
                </a:cubicBezTo>
                <a:lnTo>
                  <a:pt x="595090" y="723900"/>
                </a:lnTo>
                <a:cubicBezTo>
                  <a:pt x="487140" y="730250"/>
                  <a:pt x="378782" y="731630"/>
                  <a:pt x="271240" y="742950"/>
                </a:cubicBezTo>
                <a:cubicBezTo>
                  <a:pt x="257119" y="744436"/>
                  <a:pt x="246191" y="756407"/>
                  <a:pt x="233140" y="762000"/>
                </a:cubicBezTo>
                <a:cubicBezTo>
                  <a:pt x="223912" y="765955"/>
                  <a:pt x="214090" y="768350"/>
                  <a:pt x="204565" y="771525"/>
                </a:cubicBezTo>
                <a:cubicBezTo>
                  <a:pt x="195040" y="781050"/>
                  <a:pt x="184614" y="789752"/>
                  <a:pt x="175990" y="800100"/>
                </a:cubicBezTo>
                <a:cubicBezTo>
                  <a:pt x="151418" y="829586"/>
                  <a:pt x="162740" y="832696"/>
                  <a:pt x="128365" y="857250"/>
                </a:cubicBezTo>
                <a:cubicBezTo>
                  <a:pt x="40606" y="919935"/>
                  <a:pt x="135986" y="830579"/>
                  <a:pt x="61690" y="904875"/>
                </a:cubicBezTo>
                <a:cubicBezTo>
                  <a:pt x="58515" y="914400"/>
                  <a:pt x="56120" y="924222"/>
                  <a:pt x="52165" y="933450"/>
                </a:cubicBezTo>
                <a:cubicBezTo>
                  <a:pt x="46572" y="946501"/>
                  <a:pt x="36559" y="957775"/>
                  <a:pt x="33115" y="971550"/>
                </a:cubicBezTo>
                <a:cubicBezTo>
                  <a:pt x="26907" y="996383"/>
                  <a:pt x="26765" y="1022350"/>
                  <a:pt x="23590" y="1047750"/>
                </a:cubicBezTo>
                <a:cubicBezTo>
                  <a:pt x="26765" y="1120775"/>
                  <a:pt x="24737" y="1194213"/>
                  <a:pt x="33115" y="1266825"/>
                </a:cubicBezTo>
                <a:cubicBezTo>
                  <a:pt x="34427" y="1278197"/>
                  <a:pt x="46485" y="1285461"/>
                  <a:pt x="52165" y="1295400"/>
                </a:cubicBezTo>
                <a:cubicBezTo>
                  <a:pt x="58637" y="1306726"/>
                  <a:pt x="77607" y="1351527"/>
                  <a:pt x="90265" y="1362075"/>
                </a:cubicBezTo>
                <a:cubicBezTo>
                  <a:pt x="101173" y="1371165"/>
                  <a:pt x="116324" y="1373600"/>
                  <a:pt x="128365" y="1381125"/>
                </a:cubicBezTo>
                <a:cubicBezTo>
                  <a:pt x="137025" y="1386537"/>
                  <a:pt x="181090" y="1422550"/>
                  <a:pt x="195040" y="1428750"/>
                </a:cubicBezTo>
                <a:cubicBezTo>
                  <a:pt x="218784" y="1439303"/>
                  <a:pt x="262583" y="1451168"/>
                  <a:pt x="290290" y="1457325"/>
                </a:cubicBezTo>
                <a:cubicBezTo>
                  <a:pt x="306094" y="1460837"/>
                  <a:pt x="322296" y="1462590"/>
                  <a:pt x="337915" y="1466850"/>
                </a:cubicBezTo>
                <a:cubicBezTo>
                  <a:pt x="357288" y="1472134"/>
                  <a:pt x="376015" y="1479550"/>
                  <a:pt x="395065" y="1485900"/>
                </a:cubicBezTo>
                <a:lnTo>
                  <a:pt x="804640" y="1476375"/>
                </a:lnTo>
                <a:cubicBezTo>
                  <a:pt x="834159" y="1475170"/>
                  <a:pt x="892792" y="1460874"/>
                  <a:pt x="918940" y="1447800"/>
                </a:cubicBezTo>
                <a:cubicBezTo>
                  <a:pt x="944340" y="1435100"/>
                  <a:pt x="967293" y="1415269"/>
                  <a:pt x="995140" y="1409700"/>
                </a:cubicBezTo>
                <a:cubicBezTo>
                  <a:pt x="1023093" y="1404109"/>
                  <a:pt x="1045712" y="1401633"/>
                  <a:pt x="1071340" y="1390650"/>
                </a:cubicBezTo>
                <a:cubicBezTo>
                  <a:pt x="1105177" y="1376148"/>
                  <a:pt x="1109317" y="1371682"/>
                  <a:pt x="1138015" y="1352550"/>
                </a:cubicBezTo>
                <a:cubicBezTo>
                  <a:pt x="1152872" y="1322836"/>
                  <a:pt x="1169772" y="1309698"/>
                  <a:pt x="1147540" y="1276350"/>
                </a:cubicBezTo>
                <a:cubicBezTo>
                  <a:pt x="1141190" y="1266825"/>
                  <a:pt x="1129487" y="1261809"/>
                  <a:pt x="1118965" y="1257300"/>
                </a:cubicBezTo>
                <a:cubicBezTo>
                  <a:pt x="1103111" y="1250505"/>
                  <a:pt x="1033317" y="1238989"/>
                  <a:pt x="1023715" y="1238250"/>
                </a:cubicBezTo>
                <a:cubicBezTo>
                  <a:pt x="919057" y="1230199"/>
                  <a:pt x="709390" y="1219200"/>
                  <a:pt x="709390" y="1219200"/>
                </a:cubicBezTo>
                <a:cubicBezTo>
                  <a:pt x="487971" y="1185135"/>
                  <a:pt x="477925" y="1176239"/>
                  <a:pt x="156940" y="1209675"/>
                </a:cubicBezTo>
                <a:cubicBezTo>
                  <a:pt x="141150" y="1211320"/>
                  <a:pt x="137890" y="1235075"/>
                  <a:pt x="128365" y="1247775"/>
                </a:cubicBezTo>
                <a:cubicBezTo>
                  <a:pt x="106163" y="1358785"/>
                  <a:pt x="103952" y="1350428"/>
                  <a:pt x="128365" y="1533525"/>
                </a:cubicBezTo>
                <a:cubicBezTo>
                  <a:pt x="129322" y="1540705"/>
                  <a:pt x="167390" y="1596825"/>
                  <a:pt x="175990" y="1609725"/>
                </a:cubicBezTo>
                <a:cubicBezTo>
                  <a:pt x="191518" y="1671838"/>
                  <a:pt x="176640" y="1628040"/>
                  <a:pt x="214090" y="1695450"/>
                </a:cubicBezTo>
                <a:cubicBezTo>
                  <a:pt x="220986" y="1707862"/>
                  <a:pt x="224887" y="1721996"/>
                  <a:pt x="233140" y="1733550"/>
                </a:cubicBezTo>
                <a:cubicBezTo>
                  <a:pt x="240970" y="1744511"/>
                  <a:pt x="253445" y="1751492"/>
                  <a:pt x="261715" y="1762125"/>
                </a:cubicBezTo>
                <a:cubicBezTo>
                  <a:pt x="275771" y="1780197"/>
                  <a:pt x="289576" y="1798797"/>
                  <a:pt x="299815" y="1819275"/>
                </a:cubicBezTo>
                <a:cubicBezTo>
                  <a:pt x="306165" y="1831975"/>
                  <a:pt x="309624" y="1846594"/>
                  <a:pt x="318865" y="1857375"/>
                </a:cubicBezTo>
                <a:cubicBezTo>
                  <a:pt x="329196" y="1869428"/>
                  <a:pt x="344912" y="1875619"/>
                  <a:pt x="356965" y="1885950"/>
                </a:cubicBezTo>
                <a:cubicBezTo>
                  <a:pt x="435534" y="1953295"/>
                  <a:pt x="331376" y="1878217"/>
                  <a:pt x="423640" y="1933575"/>
                </a:cubicBezTo>
                <a:cubicBezTo>
                  <a:pt x="443273" y="1945355"/>
                  <a:pt x="458578" y="1966122"/>
                  <a:pt x="480790" y="1971675"/>
                </a:cubicBezTo>
                <a:cubicBezTo>
                  <a:pt x="493490" y="1974850"/>
                  <a:pt x="506351" y="1977438"/>
                  <a:pt x="518890" y="1981200"/>
                </a:cubicBezTo>
                <a:cubicBezTo>
                  <a:pt x="538124" y="1986970"/>
                  <a:pt x="556233" y="1996949"/>
                  <a:pt x="576040" y="2000250"/>
                </a:cubicBezTo>
                <a:lnTo>
                  <a:pt x="633190" y="2009775"/>
                </a:lnTo>
                <a:cubicBezTo>
                  <a:pt x="645890" y="2016125"/>
                  <a:pt x="657690" y="2024745"/>
                  <a:pt x="671290" y="2028825"/>
                </a:cubicBezTo>
                <a:cubicBezTo>
                  <a:pt x="710709" y="2040651"/>
                  <a:pt x="834718" y="2046525"/>
                  <a:pt x="852265" y="2047875"/>
                </a:cubicBezTo>
                <a:cubicBezTo>
                  <a:pt x="913151" y="2039757"/>
                  <a:pt x="988992" y="2053348"/>
                  <a:pt x="1033240" y="2000250"/>
                </a:cubicBezTo>
                <a:cubicBezTo>
                  <a:pt x="1039668" y="1992537"/>
                  <a:pt x="1039590" y="1981200"/>
                  <a:pt x="1042765" y="1971675"/>
                </a:cubicBezTo>
                <a:cubicBezTo>
                  <a:pt x="1039590" y="1920875"/>
                  <a:pt x="1044282" y="1868962"/>
                  <a:pt x="1033240" y="1819275"/>
                </a:cubicBezTo>
                <a:cubicBezTo>
                  <a:pt x="1030029" y="1804824"/>
                  <a:pt x="985953" y="1794927"/>
                  <a:pt x="976090" y="1790700"/>
                </a:cubicBezTo>
                <a:cubicBezTo>
                  <a:pt x="839691" y="1732243"/>
                  <a:pt x="1031597" y="1806027"/>
                  <a:pt x="899890" y="1762125"/>
                </a:cubicBezTo>
                <a:cubicBezTo>
                  <a:pt x="847167" y="1744551"/>
                  <a:pt x="859626" y="1739338"/>
                  <a:pt x="804640" y="1733550"/>
                </a:cubicBezTo>
                <a:cubicBezTo>
                  <a:pt x="760322" y="1728885"/>
                  <a:pt x="715740" y="1727200"/>
                  <a:pt x="671290" y="1724025"/>
                </a:cubicBezTo>
                <a:cubicBezTo>
                  <a:pt x="525240" y="1727200"/>
                  <a:pt x="378720" y="1721418"/>
                  <a:pt x="233140" y="1733550"/>
                </a:cubicBezTo>
                <a:cubicBezTo>
                  <a:pt x="221732" y="1734501"/>
                  <a:pt x="218739" y="1751664"/>
                  <a:pt x="214090" y="1762125"/>
                </a:cubicBezTo>
                <a:cubicBezTo>
                  <a:pt x="205935" y="1780475"/>
                  <a:pt x="201390" y="1800225"/>
                  <a:pt x="195040" y="1819275"/>
                </a:cubicBezTo>
                <a:cubicBezTo>
                  <a:pt x="187293" y="1842516"/>
                  <a:pt x="184929" y="1857961"/>
                  <a:pt x="166465" y="1876425"/>
                </a:cubicBezTo>
                <a:cubicBezTo>
                  <a:pt x="164220" y="1878670"/>
                  <a:pt x="160115" y="1876425"/>
                  <a:pt x="156940" y="1876425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1219201" y="438151"/>
            <a:ext cx="1971675" cy="237490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6" name="Conector reto 15"/>
          <p:cNvCxnSpPr>
            <a:stCxn id="14" idx="1"/>
            <a:endCxn id="14" idx="3"/>
          </p:cNvCxnSpPr>
          <p:nvPr/>
        </p:nvCxnSpPr>
        <p:spPr>
          <a:xfrm>
            <a:off x="1219201" y="1625601"/>
            <a:ext cx="1971675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3905250" y="209550"/>
            <a:ext cx="0" cy="6276975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3867150" y="6486525"/>
            <a:ext cx="2162175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Forma livre 22"/>
          <p:cNvSpPr/>
          <p:nvPr/>
        </p:nvSpPr>
        <p:spPr>
          <a:xfrm>
            <a:off x="4369103" y="5257800"/>
            <a:ext cx="1158268" cy="1228725"/>
          </a:xfrm>
          <a:custGeom>
            <a:avLst/>
            <a:gdLst>
              <a:gd name="connsiteX0" fmla="*/ 899890 w 1158268"/>
              <a:gd name="connsiteY0" fmla="*/ 9525 h 2047875"/>
              <a:gd name="connsiteX1" fmla="*/ 852265 w 1158268"/>
              <a:gd name="connsiteY1" fmla="*/ 0 h 2047875"/>
              <a:gd name="connsiteX2" fmla="*/ 280765 w 1158268"/>
              <a:gd name="connsiteY2" fmla="*/ 9525 h 2047875"/>
              <a:gd name="connsiteX3" fmla="*/ 147415 w 1158268"/>
              <a:gd name="connsiteY3" fmla="*/ 38100 h 2047875"/>
              <a:gd name="connsiteX4" fmla="*/ 109315 w 1158268"/>
              <a:gd name="connsiteY4" fmla="*/ 66675 h 2047875"/>
              <a:gd name="connsiteX5" fmla="*/ 80740 w 1158268"/>
              <a:gd name="connsiteY5" fmla="*/ 85725 h 2047875"/>
              <a:gd name="connsiteX6" fmla="*/ 61690 w 1158268"/>
              <a:gd name="connsiteY6" fmla="*/ 114300 h 2047875"/>
              <a:gd name="connsiteX7" fmla="*/ 14065 w 1158268"/>
              <a:gd name="connsiteY7" fmla="*/ 171450 h 2047875"/>
              <a:gd name="connsiteX8" fmla="*/ 23590 w 1158268"/>
              <a:gd name="connsiteY8" fmla="*/ 333375 h 2047875"/>
              <a:gd name="connsiteX9" fmla="*/ 52165 w 1158268"/>
              <a:gd name="connsiteY9" fmla="*/ 361950 h 2047875"/>
              <a:gd name="connsiteX10" fmla="*/ 109315 w 1158268"/>
              <a:gd name="connsiteY10" fmla="*/ 400050 h 2047875"/>
              <a:gd name="connsiteX11" fmla="*/ 204565 w 1158268"/>
              <a:gd name="connsiteY11" fmla="*/ 438150 h 2047875"/>
              <a:gd name="connsiteX12" fmla="*/ 233140 w 1158268"/>
              <a:gd name="connsiteY12" fmla="*/ 447675 h 2047875"/>
              <a:gd name="connsiteX13" fmla="*/ 261715 w 1158268"/>
              <a:gd name="connsiteY13" fmla="*/ 466725 h 2047875"/>
              <a:gd name="connsiteX14" fmla="*/ 318865 w 1158268"/>
              <a:gd name="connsiteY14" fmla="*/ 485775 h 2047875"/>
              <a:gd name="connsiteX15" fmla="*/ 347440 w 1158268"/>
              <a:gd name="connsiteY15" fmla="*/ 495300 h 2047875"/>
              <a:gd name="connsiteX16" fmla="*/ 385540 w 1158268"/>
              <a:gd name="connsiteY16" fmla="*/ 504825 h 2047875"/>
              <a:gd name="connsiteX17" fmla="*/ 490315 w 1158268"/>
              <a:gd name="connsiteY17" fmla="*/ 523875 h 2047875"/>
              <a:gd name="connsiteX18" fmla="*/ 795115 w 1158268"/>
              <a:gd name="connsiteY18" fmla="*/ 514350 h 2047875"/>
              <a:gd name="connsiteX19" fmla="*/ 823690 w 1158268"/>
              <a:gd name="connsiteY19" fmla="*/ 504825 h 2047875"/>
              <a:gd name="connsiteX20" fmla="*/ 861790 w 1158268"/>
              <a:gd name="connsiteY20" fmla="*/ 495300 h 2047875"/>
              <a:gd name="connsiteX21" fmla="*/ 928465 w 1158268"/>
              <a:gd name="connsiteY21" fmla="*/ 466725 h 2047875"/>
              <a:gd name="connsiteX22" fmla="*/ 947515 w 1158268"/>
              <a:gd name="connsiteY22" fmla="*/ 438150 h 2047875"/>
              <a:gd name="connsiteX23" fmla="*/ 937990 w 1158268"/>
              <a:gd name="connsiteY23" fmla="*/ 352425 h 2047875"/>
              <a:gd name="connsiteX24" fmla="*/ 909415 w 1158268"/>
              <a:gd name="connsiteY24" fmla="*/ 342900 h 2047875"/>
              <a:gd name="connsiteX25" fmla="*/ 823690 w 1158268"/>
              <a:gd name="connsiteY25" fmla="*/ 314325 h 2047875"/>
              <a:gd name="connsiteX26" fmla="*/ 785590 w 1158268"/>
              <a:gd name="connsiteY26" fmla="*/ 285750 h 2047875"/>
              <a:gd name="connsiteX27" fmla="*/ 652240 w 1158268"/>
              <a:gd name="connsiteY27" fmla="*/ 257175 h 2047875"/>
              <a:gd name="connsiteX28" fmla="*/ 623665 w 1158268"/>
              <a:gd name="connsiteY28" fmla="*/ 238125 h 2047875"/>
              <a:gd name="connsiteX29" fmla="*/ 128365 w 1158268"/>
              <a:gd name="connsiteY29" fmla="*/ 266700 h 2047875"/>
              <a:gd name="connsiteX30" fmla="*/ 80740 w 1158268"/>
              <a:gd name="connsiteY30" fmla="*/ 323850 h 2047875"/>
              <a:gd name="connsiteX31" fmla="*/ 61690 w 1158268"/>
              <a:gd name="connsiteY31" fmla="*/ 381000 h 2047875"/>
              <a:gd name="connsiteX32" fmla="*/ 52165 w 1158268"/>
              <a:gd name="connsiteY32" fmla="*/ 409575 h 2047875"/>
              <a:gd name="connsiteX33" fmla="*/ 14065 w 1158268"/>
              <a:gd name="connsiteY33" fmla="*/ 466725 h 2047875"/>
              <a:gd name="connsiteX34" fmla="*/ 23590 w 1158268"/>
              <a:gd name="connsiteY34" fmla="*/ 714375 h 2047875"/>
              <a:gd name="connsiteX35" fmla="*/ 42640 w 1158268"/>
              <a:gd name="connsiteY35" fmla="*/ 742950 h 2047875"/>
              <a:gd name="connsiteX36" fmla="*/ 61690 w 1158268"/>
              <a:gd name="connsiteY36" fmla="*/ 781050 h 2047875"/>
              <a:gd name="connsiteX37" fmla="*/ 99790 w 1158268"/>
              <a:gd name="connsiteY37" fmla="*/ 838200 h 2047875"/>
              <a:gd name="connsiteX38" fmla="*/ 128365 w 1158268"/>
              <a:gd name="connsiteY38" fmla="*/ 857250 h 2047875"/>
              <a:gd name="connsiteX39" fmla="*/ 185515 w 1158268"/>
              <a:gd name="connsiteY39" fmla="*/ 895350 h 2047875"/>
              <a:gd name="connsiteX40" fmla="*/ 223615 w 1158268"/>
              <a:gd name="connsiteY40" fmla="*/ 923925 h 2047875"/>
              <a:gd name="connsiteX41" fmla="*/ 280765 w 1158268"/>
              <a:gd name="connsiteY41" fmla="*/ 942975 h 2047875"/>
              <a:gd name="connsiteX42" fmla="*/ 309340 w 1158268"/>
              <a:gd name="connsiteY42" fmla="*/ 971550 h 2047875"/>
              <a:gd name="connsiteX43" fmla="*/ 366490 w 1158268"/>
              <a:gd name="connsiteY43" fmla="*/ 990600 h 2047875"/>
              <a:gd name="connsiteX44" fmla="*/ 395065 w 1158268"/>
              <a:gd name="connsiteY44" fmla="*/ 1000125 h 2047875"/>
              <a:gd name="connsiteX45" fmla="*/ 423640 w 1158268"/>
              <a:gd name="connsiteY45" fmla="*/ 1009650 h 2047875"/>
              <a:gd name="connsiteX46" fmla="*/ 528415 w 1158268"/>
              <a:gd name="connsiteY46" fmla="*/ 1028700 h 2047875"/>
              <a:gd name="connsiteX47" fmla="*/ 737965 w 1158268"/>
              <a:gd name="connsiteY47" fmla="*/ 1019175 h 2047875"/>
              <a:gd name="connsiteX48" fmla="*/ 823690 w 1158268"/>
              <a:gd name="connsiteY48" fmla="*/ 1000125 h 2047875"/>
              <a:gd name="connsiteX49" fmla="*/ 852265 w 1158268"/>
              <a:gd name="connsiteY49" fmla="*/ 981075 h 2047875"/>
              <a:gd name="connsiteX50" fmla="*/ 880840 w 1158268"/>
              <a:gd name="connsiteY50" fmla="*/ 971550 h 2047875"/>
              <a:gd name="connsiteX51" fmla="*/ 918940 w 1158268"/>
              <a:gd name="connsiteY51" fmla="*/ 952500 h 2047875"/>
              <a:gd name="connsiteX52" fmla="*/ 937990 w 1158268"/>
              <a:gd name="connsiteY52" fmla="*/ 923925 h 2047875"/>
              <a:gd name="connsiteX53" fmla="*/ 1014190 w 1158268"/>
              <a:gd name="connsiteY53" fmla="*/ 876300 h 2047875"/>
              <a:gd name="connsiteX54" fmla="*/ 1023715 w 1158268"/>
              <a:gd name="connsiteY54" fmla="*/ 847725 h 2047875"/>
              <a:gd name="connsiteX55" fmla="*/ 985615 w 1158268"/>
              <a:gd name="connsiteY55" fmla="*/ 790575 h 2047875"/>
              <a:gd name="connsiteX56" fmla="*/ 957040 w 1158268"/>
              <a:gd name="connsiteY56" fmla="*/ 781050 h 2047875"/>
              <a:gd name="connsiteX57" fmla="*/ 823690 w 1158268"/>
              <a:gd name="connsiteY57" fmla="*/ 742950 h 2047875"/>
              <a:gd name="connsiteX58" fmla="*/ 718915 w 1158268"/>
              <a:gd name="connsiteY58" fmla="*/ 733425 h 2047875"/>
              <a:gd name="connsiteX59" fmla="*/ 595090 w 1158268"/>
              <a:gd name="connsiteY59" fmla="*/ 723900 h 2047875"/>
              <a:gd name="connsiteX60" fmla="*/ 271240 w 1158268"/>
              <a:gd name="connsiteY60" fmla="*/ 742950 h 2047875"/>
              <a:gd name="connsiteX61" fmla="*/ 233140 w 1158268"/>
              <a:gd name="connsiteY61" fmla="*/ 762000 h 2047875"/>
              <a:gd name="connsiteX62" fmla="*/ 204565 w 1158268"/>
              <a:gd name="connsiteY62" fmla="*/ 771525 h 2047875"/>
              <a:gd name="connsiteX63" fmla="*/ 175990 w 1158268"/>
              <a:gd name="connsiteY63" fmla="*/ 800100 h 2047875"/>
              <a:gd name="connsiteX64" fmla="*/ 128365 w 1158268"/>
              <a:gd name="connsiteY64" fmla="*/ 857250 h 2047875"/>
              <a:gd name="connsiteX65" fmla="*/ 61690 w 1158268"/>
              <a:gd name="connsiteY65" fmla="*/ 904875 h 2047875"/>
              <a:gd name="connsiteX66" fmla="*/ 52165 w 1158268"/>
              <a:gd name="connsiteY66" fmla="*/ 933450 h 2047875"/>
              <a:gd name="connsiteX67" fmla="*/ 33115 w 1158268"/>
              <a:gd name="connsiteY67" fmla="*/ 971550 h 2047875"/>
              <a:gd name="connsiteX68" fmla="*/ 23590 w 1158268"/>
              <a:gd name="connsiteY68" fmla="*/ 1047750 h 2047875"/>
              <a:gd name="connsiteX69" fmla="*/ 33115 w 1158268"/>
              <a:gd name="connsiteY69" fmla="*/ 1266825 h 2047875"/>
              <a:gd name="connsiteX70" fmla="*/ 52165 w 1158268"/>
              <a:gd name="connsiteY70" fmla="*/ 1295400 h 2047875"/>
              <a:gd name="connsiteX71" fmla="*/ 90265 w 1158268"/>
              <a:gd name="connsiteY71" fmla="*/ 1362075 h 2047875"/>
              <a:gd name="connsiteX72" fmla="*/ 128365 w 1158268"/>
              <a:gd name="connsiteY72" fmla="*/ 1381125 h 2047875"/>
              <a:gd name="connsiteX73" fmla="*/ 195040 w 1158268"/>
              <a:gd name="connsiteY73" fmla="*/ 1428750 h 2047875"/>
              <a:gd name="connsiteX74" fmla="*/ 290290 w 1158268"/>
              <a:gd name="connsiteY74" fmla="*/ 1457325 h 2047875"/>
              <a:gd name="connsiteX75" fmla="*/ 337915 w 1158268"/>
              <a:gd name="connsiteY75" fmla="*/ 1466850 h 2047875"/>
              <a:gd name="connsiteX76" fmla="*/ 395065 w 1158268"/>
              <a:gd name="connsiteY76" fmla="*/ 1485900 h 2047875"/>
              <a:gd name="connsiteX77" fmla="*/ 804640 w 1158268"/>
              <a:gd name="connsiteY77" fmla="*/ 1476375 h 2047875"/>
              <a:gd name="connsiteX78" fmla="*/ 918940 w 1158268"/>
              <a:gd name="connsiteY78" fmla="*/ 1447800 h 2047875"/>
              <a:gd name="connsiteX79" fmla="*/ 995140 w 1158268"/>
              <a:gd name="connsiteY79" fmla="*/ 1409700 h 2047875"/>
              <a:gd name="connsiteX80" fmla="*/ 1071340 w 1158268"/>
              <a:gd name="connsiteY80" fmla="*/ 1390650 h 2047875"/>
              <a:gd name="connsiteX81" fmla="*/ 1138015 w 1158268"/>
              <a:gd name="connsiteY81" fmla="*/ 1352550 h 2047875"/>
              <a:gd name="connsiteX82" fmla="*/ 1147540 w 1158268"/>
              <a:gd name="connsiteY82" fmla="*/ 1276350 h 2047875"/>
              <a:gd name="connsiteX83" fmla="*/ 1118965 w 1158268"/>
              <a:gd name="connsiteY83" fmla="*/ 1257300 h 2047875"/>
              <a:gd name="connsiteX84" fmla="*/ 1023715 w 1158268"/>
              <a:gd name="connsiteY84" fmla="*/ 1238250 h 2047875"/>
              <a:gd name="connsiteX85" fmla="*/ 709390 w 1158268"/>
              <a:gd name="connsiteY85" fmla="*/ 1219200 h 2047875"/>
              <a:gd name="connsiteX86" fmla="*/ 156940 w 1158268"/>
              <a:gd name="connsiteY86" fmla="*/ 1209675 h 2047875"/>
              <a:gd name="connsiteX87" fmla="*/ 128365 w 1158268"/>
              <a:gd name="connsiteY87" fmla="*/ 1247775 h 2047875"/>
              <a:gd name="connsiteX88" fmla="*/ 128365 w 1158268"/>
              <a:gd name="connsiteY88" fmla="*/ 1533525 h 2047875"/>
              <a:gd name="connsiteX89" fmla="*/ 175990 w 1158268"/>
              <a:gd name="connsiteY89" fmla="*/ 1609725 h 2047875"/>
              <a:gd name="connsiteX90" fmla="*/ 214090 w 1158268"/>
              <a:gd name="connsiteY90" fmla="*/ 1695450 h 2047875"/>
              <a:gd name="connsiteX91" fmla="*/ 233140 w 1158268"/>
              <a:gd name="connsiteY91" fmla="*/ 1733550 h 2047875"/>
              <a:gd name="connsiteX92" fmla="*/ 261715 w 1158268"/>
              <a:gd name="connsiteY92" fmla="*/ 1762125 h 2047875"/>
              <a:gd name="connsiteX93" fmla="*/ 299815 w 1158268"/>
              <a:gd name="connsiteY93" fmla="*/ 1819275 h 2047875"/>
              <a:gd name="connsiteX94" fmla="*/ 318865 w 1158268"/>
              <a:gd name="connsiteY94" fmla="*/ 1857375 h 2047875"/>
              <a:gd name="connsiteX95" fmla="*/ 356965 w 1158268"/>
              <a:gd name="connsiteY95" fmla="*/ 1885950 h 2047875"/>
              <a:gd name="connsiteX96" fmla="*/ 423640 w 1158268"/>
              <a:gd name="connsiteY96" fmla="*/ 1933575 h 2047875"/>
              <a:gd name="connsiteX97" fmla="*/ 480790 w 1158268"/>
              <a:gd name="connsiteY97" fmla="*/ 1971675 h 2047875"/>
              <a:gd name="connsiteX98" fmla="*/ 518890 w 1158268"/>
              <a:gd name="connsiteY98" fmla="*/ 1981200 h 2047875"/>
              <a:gd name="connsiteX99" fmla="*/ 576040 w 1158268"/>
              <a:gd name="connsiteY99" fmla="*/ 2000250 h 2047875"/>
              <a:gd name="connsiteX100" fmla="*/ 633190 w 1158268"/>
              <a:gd name="connsiteY100" fmla="*/ 2009775 h 2047875"/>
              <a:gd name="connsiteX101" fmla="*/ 671290 w 1158268"/>
              <a:gd name="connsiteY101" fmla="*/ 2028825 h 2047875"/>
              <a:gd name="connsiteX102" fmla="*/ 852265 w 1158268"/>
              <a:gd name="connsiteY102" fmla="*/ 2047875 h 2047875"/>
              <a:gd name="connsiteX103" fmla="*/ 1033240 w 1158268"/>
              <a:gd name="connsiteY103" fmla="*/ 2000250 h 2047875"/>
              <a:gd name="connsiteX104" fmla="*/ 1042765 w 1158268"/>
              <a:gd name="connsiteY104" fmla="*/ 1971675 h 2047875"/>
              <a:gd name="connsiteX105" fmla="*/ 1033240 w 1158268"/>
              <a:gd name="connsiteY105" fmla="*/ 1819275 h 2047875"/>
              <a:gd name="connsiteX106" fmla="*/ 976090 w 1158268"/>
              <a:gd name="connsiteY106" fmla="*/ 1790700 h 2047875"/>
              <a:gd name="connsiteX107" fmla="*/ 899890 w 1158268"/>
              <a:gd name="connsiteY107" fmla="*/ 1762125 h 2047875"/>
              <a:gd name="connsiteX108" fmla="*/ 804640 w 1158268"/>
              <a:gd name="connsiteY108" fmla="*/ 1733550 h 2047875"/>
              <a:gd name="connsiteX109" fmla="*/ 671290 w 1158268"/>
              <a:gd name="connsiteY109" fmla="*/ 1724025 h 2047875"/>
              <a:gd name="connsiteX110" fmla="*/ 233140 w 1158268"/>
              <a:gd name="connsiteY110" fmla="*/ 1733550 h 2047875"/>
              <a:gd name="connsiteX111" fmla="*/ 214090 w 1158268"/>
              <a:gd name="connsiteY111" fmla="*/ 1762125 h 2047875"/>
              <a:gd name="connsiteX112" fmla="*/ 195040 w 1158268"/>
              <a:gd name="connsiteY112" fmla="*/ 1819275 h 2047875"/>
              <a:gd name="connsiteX113" fmla="*/ 166465 w 1158268"/>
              <a:gd name="connsiteY113" fmla="*/ 1876425 h 2047875"/>
              <a:gd name="connsiteX114" fmla="*/ 156940 w 1158268"/>
              <a:gd name="connsiteY114" fmla="*/ 1876425 h 204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158268" h="2047875">
                <a:moveTo>
                  <a:pt x="899890" y="9525"/>
                </a:moveTo>
                <a:cubicBezTo>
                  <a:pt x="884015" y="6350"/>
                  <a:pt x="868454" y="0"/>
                  <a:pt x="852265" y="0"/>
                </a:cubicBezTo>
                <a:cubicBezTo>
                  <a:pt x="661739" y="0"/>
                  <a:pt x="471117" y="1367"/>
                  <a:pt x="280765" y="9525"/>
                </a:cubicBezTo>
                <a:cubicBezTo>
                  <a:pt x="254675" y="10643"/>
                  <a:pt x="183775" y="29010"/>
                  <a:pt x="147415" y="38100"/>
                </a:cubicBezTo>
                <a:cubicBezTo>
                  <a:pt x="134715" y="47625"/>
                  <a:pt x="122233" y="57448"/>
                  <a:pt x="109315" y="66675"/>
                </a:cubicBezTo>
                <a:cubicBezTo>
                  <a:pt x="100000" y="73329"/>
                  <a:pt x="88835" y="77630"/>
                  <a:pt x="80740" y="85725"/>
                </a:cubicBezTo>
                <a:cubicBezTo>
                  <a:pt x="72645" y="93820"/>
                  <a:pt x="69019" y="105506"/>
                  <a:pt x="61690" y="114300"/>
                </a:cubicBezTo>
                <a:cubicBezTo>
                  <a:pt x="574" y="187639"/>
                  <a:pt x="61363" y="100504"/>
                  <a:pt x="14065" y="171450"/>
                </a:cubicBezTo>
                <a:cubicBezTo>
                  <a:pt x="17240" y="225425"/>
                  <a:pt x="12986" y="280357"/>
                  <a:pt x="23590" y="333375"/>
                </a:cubicBezTo>
                <a:cubicBezTo>
                  <a:pt x="26232" y="346584"/>
                  <a:pt x="41532" y="353680"/>
                  <a:pt x="52165" y="361950"/>
                </a:cubicBezTo>
                <a:cubicBezTo>
                  <a:pt x="70237" y="376006"/>
                  <a:pt x="88837" y="389811"/>
                  <a:pt x="109315" y="400050"/>
                </a:cubicBezTo>
                <a:cubicBezTo>
                  <a:pt x="165376" y="428080"/>
                  <a:pt x="133945" y="414610"/>
                  <a:pt x="204565" y="438150"/>
                </a:cubicBezTo>
                <a:cubicBezTo>
                  <a:pt x="214090" y="441325"/>
                  <a:pt x="224786" y="442106"/>
                  <a:pt x="233140" y="447675"/>
                </a:cubicBezTo>
                <a:cubicBezTo>
                  <a:pt x="242665" y="454025"/>
                  <a:pt x="251254" y="462076"/>
                  <a:pt x="261715" y="466725"/>
                </a:cubicBezTo>
                <a:cubicBezTo>
                  <a:pt x="280065" y="474880"/>
                  <a:pt x="299815" y="479425"/>
                  <a:pt x="318865" y="485775"/>
                </a:cubicBezTo>
                <a:cubicBezTo>
                  <a:pt x="328390" y="488950"/>
                  <a:pt x="337700" y="492865"/>
                  <a:pt x="347440" y="495300"/>
                </a:cubicBezTo>
                <a:cubicBezTo>
                  <a:pt x="360140" y="498475"/>
                  <a:pt x="372761" y="501985"/>
                  <a:pt x="385540" y="504825"/>
                </a:cubicBezTo>
                <a:cubicBezTo>
                  <a:pt x="425478" y="513700"/>
                  <a:pt x="448958" y="516982"/>
                  <a:pt x="490315" y="523875"/>
                </a:cubicBezTo>
                <a:cubicBezTo>
                  <a:pt x="591915" y="520700"/>
                  <a:pt x="693631" y="520149"/>
                  <a:pt x="795115" y="514350"/>
                </a:cubicBezTo>
                <a:cubicBezTo>
                  <a:pt x="805139" y="513777"/>
                  <a:pt x="814036" y="507583"/>
                  <a:pt x="823690" y="504825"/>
                </a:cubicBezTo>
                <a:cubicBezTo>
                  <a:pt x="836277" y="501229"/>
                  <a:pt x="849533" y="499897"/>
                  <a:pt x="861790" y="495300"/>
                </a:cubicBezTo>
                <a:cubicBezTo>
                  <a:pt x="1050111" y="424680"/>
                  <a:pt x="786547" y="514031"/>
                  <a:pt x="928465" y="466725"/>
                </a:cubicBezTo>
                <a:cubicBezTo>
                  <a:pt x="934815" y="457200"/>
                  <a:pt x="946564" y="449558"/>
                  <a:pt x="947515" y="438150"/>
                </a:cubicBezTo>
                <a:cubicBezTo>
                  <a:pt x="949903" y="409498"/>
                  <a:pt x="948668" y="379119"/>
                  <a:pt x="937990" y="352425"/>
                </a:cubicBezTo>
                <a:cubicBezTo>
                  <a:pt x="934261" y="343103"/>
                  <a:pt x="918395" y="347390"/>
                  <a:pt x="909415" y="342900"/>
                </a:cubicBezTo>
                <a:cubicBezTo>
                  <a:pt x="842449" y="309417"/>
                  <a:pt x="929790" y="332008"/>
                  <a:pt x="823690" y="314325"/>
                </a:cubicBezTo>
                <a:cubicBezTo>
                  <a:pt x="810990" y="304800"/>
                  <a:pt x="799789" y="292850"/>
                  <a:pt x="785590" y="285750"/>
                </a:cubicBezTo>
                <a:cubicBezTo>
                  <a:pt x="740349" y="263129"/>
                  <a:pt x="702228" y="263424"/>
                  <a:pt x="652240" y="257175"/>
                </a:cubicBezTo>
                <a:cubicBezTo>
                  <a:pt x="642715" y="250825"/>
                  <a:pt x="635110" y="238359"/>
                  <a:pt x="623665" y="238125"/>
                </a:cubicBezTo>
                <a:cubicBezTo>
                  <a:pt x="220036" y="229888"/>
                  <a:pt x="316598" y="203956"/>
                  <a:pt x="128365" y="266700"/>
                </a:cubicBezTo>
                <a:cubicBezTo>
                  <a:pt x="110420" y="284645"/>
                  <a:pt x="91349" y="299980"/>
                  <a:pt x="80740" y="323850"/>
                </a:cubicBezTo>
                <a:cubicBezTo>
                  <a:pt x="72585" y="342200"/>
                  <a:pt x="68040" y="361950"/>
                  <a:pt x="61690" y="381000"/>
                </a:cubicBezTo>
                <a:cubicBezTo>
                  <a:pt x="58515" y="390525"/>
                  <a:pt x="57734" y="401221"/>
                  <a:pt x="52165" y="409575"/>
                </a:cubicBezTo>
                <a:lnTo>
                  <a:pt x="14065" y="466725"/>
                </a:lnTo>
                <a:cubicBezTo>
                  <a:pt x="-6560" y="569848"/>
                  <a:pt x="-5416" y="540339"/>
                  <a:pt x="23590" y="714375"/>
                </a:cubicBezTo>
                <a:cubicBezTo>
                  <a:pt x="25472" y="725667"/>
                  <a:pt x="36960" y="733011"/>
                  <a:pt x="42640" y="742950"/>
                </a:cubicBezTo>
                <a:cubicBezTo>
                  <a:pt x="49685" y="755278"/>
                  <a:pt x="54385" y="768874"/>
                  <a:pt x="61690" y="781050"/>
                </a:cubicBezTo>
                <a:cubicBezTo>
                  <a:pt x="73470" y="800683"/>
                  <a:pt x="80740" y="825500"/>
                  <a:pt x="99790" y="838200"/>
                </a:cubicBezTo>
                <a:cubicBezTo>
                  <a:pt x="109315" y="844550"/>
                  <a:pt x="119571" y="849921"/>
                  <a:pt x="128365" y="857250"/>
                </a:cubicBezTo>
                <a:cubicBezTo>
                  <a:pt x="175931" y="896888"/>
                  <a:pt x="135297" y="878611"/>
                  <a:pt x="185515" y="895350"/>
                </a:cubicBezTo>
                <a:cubicBezTo>
                  <a:pt x="198215" y="904875"/>
                  <a:pt x="209416" y="916825"/>
                  <a:pt x="223615" y="923925"/>
                </a:cubicBezTo>
                <a:cubicBezTo>
                  <a:pt x="241576" y="932905"/>
                  <a:pt x="280765" y="942975"/>
                  <a:pt x="280765" y="942975"/>
                </a:cubicBezTo>
                <a:cubicBezTo>
                  <a:pt x="290290" y="952500"/>
                  <a:pt x="297565" y="965008"/>
                  <a:pt x="309340" y="971550"/>
                </a:cubicBezTo>
                <a:cubicBezTo>
                  <a:pt x="326893" y="981302"/>
                  <a:pt x="347440" y="984250"/>
                  <a:pt x="366490" y="990600"/>
                </a:cubicBezTo>
                <a:lnTo>
                  <a:pt x="395065" y="1000125"/>
                </a:lnTo>
                <a:cubicBezTo>
                  <a:pt x="404590" y="1003300"/>
                  <a:pt x="413701" y="1008230"/>
                  <a:pt x="423640" y="1009650"/>
                </a:cubicBezTo>
                <a:cubicBezTo>
                  <a:pt x="503274" y="1021026"/>
                  <a:pt x="468535" y="1013730"/>
                  <a:pt x="528415" y="1028700"/>
                </a:cubicBezTo>
                <a:cubicBezTo>
                  <a:pt x="598265" y="1025525"/>
                  <a:pt x="668234" y="1024340"/>
                  <a:pt x="737965" y="1019175"/>
                </a:cubicBezTo>
                <a:cubicBezTo>
                  <a:pt x="755149" y="1017902"/>
                  <a:pt x="804879" y="1004828"/>
                  <a:pt x="823690" y="1000125"/>
                </a:cubicBezTo>
                <a:cubicBezTo>
                  <a:pt x="833215" y="993775"/>
                  <a:pt x="842026" y="986195"/>
                  <a:pt x="852265" y="981075"/>
                </a:cubicBezTo>
                <a:cubicBezTo>
                  <a:pt x="861245" y="976585"/>
                  <a:pt x="871612" y="975505"/>
                  <a:pt x="880840" y="971550"/>
                </a:cubicBezTo>
                <a:cubicBezTo>
                  <a:pt x="893891" y="965957"/>
                  <a:pt x="906240" y="958850"/>
                  <a:pt x="918940" y="952500"/>
                </a:cubicBezTo>
                <a:cubicBezTo>
                  <a:pt x="925290" y="942975"/>
                  <a:pt x="928675" y="930579"/>
                  <a:pt x="937990" y="923925"/>
                </a:cubicBezTo>
                <a:cubicBezTo>
                  <a:pt x="1064267" y="833727"/>
                  <a:pt x="921413" y="969077"/>
                  <a:pt x="1014190" y="876300"/>
                </a:cubicBezTo>
                <a:cubicBezTo>
                  <a:pt x="1017365" y="866775"/>
                  <a:pt x="1023715" y="857765"/>
                  <a:pt x="1023715" y="847725"/>
                </a:cubicBezTo>
                <a:cubicBezTo>
                  <a:pt x="1023715" y="824424"/>
                  <a:pt x="1002795" y="802029"/>
                  <a:pt x="985615" y="790575"/>
                </a:cubicBezTo>
                <a:cubicBezTo>
                  <a:pt x="977261" y="785006"/>
                  <a:pt x="966268" y="785005"/>
                  <a:pt x="957040" y="781050"/>
                </a:cubicBezTo>
                <a:cubicBezTo>
                  <a:pt x="882790" y="749228"/>
                  <a:pt x="949259" y="760888"/>
                  <a:pt x="823690" y="742950"/>
                </a:cubicBezTo>
                <a:cubicBezTo>
                  <a:pt x="788973" y="737990"/>
                  <a:pt x="753863" y="736337"/>
                  <a:pt x="718915" y="733425"/>
                </a:cubicBezTo>
                <a:lnTo>
                  <a:pt x="595090" y="723900"/>
                </a:lnTo>
                <a:cubicBezTo>
                  <a:pt x="487140" y="730250"/>
                  <a:pt x="378782" y="731630"/>
                  <a:pt x="271240" y="742950"/>
                </a:cubicBezTo>
                <a:cubicBezTo>
                  <a:pt x="257119" y="744436"/>
                  <a:pt x="246191" y="756407"/>
                  <a:pt x="233140" y="762000"/>
                </a:cubicBezTo>
                <a:cubicBezTo>
                  <a:pt x="223912" y="765955"/>
                  <a:pt x="214090" y="768350"/>
                  <a:pt x="204565" y="771525"/>
                </a:cubicBezTo>
                <a:cubicBezTo>
                  <a:pt x="195040" y="781050"/>
                  <a:pt x="184614" y="789752"/>
                  <a:pt x="175990" y="800100"/>
                </a:cubicBezTo>
                <a:cubicBezTo>
                  <a:pt x="151418" y="829586"/>
                  <a:pt x="162740" y="832696"/>
                  <a:pt x="128365" y="857250"/>
                </a:cubicBezTo>
                <a:cubicBezTo>
                  <a:pt x="40606" y="919935"/>
                  <a:pt x="135986" y="830579"/>
                  <a:pt x="61690" y="904875"/>
                </a:cubicBezTo>
                <a:cubicBezTo>
                  <a:pt x="58515" y="914400"/>
                  <a:pt x="56120" y="924222"/>
                  <a:pt x="52165" y="933450"/>
                </a:cubicBezTo>
                <a:cubicBezTo>
                  <a:pt x="46572" y="946501"/>
                  <a:pt x="36559" y="957775"/>
                  <a:pt x="33115" y="971550"/>
                </a:cubicBezTo>
                <a:cubicBezTo>
                  <a:pt x="26907" y="996383"/>
                  <a:pt x="26765" y="1022350"/>
                  <a:pt x="23590" y="1047750"/>
                </a:cubicBezTo>
                <a:cubicBezTo>
                  <a:pt x="26765" y="1120775"/>
                  <a:pt x="24737" y="1194213"/>
                  <a:pt x="33115" y="1266825"/>
                </a:cubicBezTo>
                <a:cubicBezTo>
                  <a:pt x="34427" y="1278197"/>
                  <a:pt x="46485" y="1285461"/>
                  <a:pt x="52165" y="1295400"/>
                </a:cubicBezTo>
                <a:cubicBezTo>
                  <a:pt x="58637" y="1306726"/>
                  <a:pt x="77607" y="1351527"/>
                  <a:pt x="90265" y="1362075"/>
                </a:cubicBezTo>
                <a:cubicBezTo>
                  <a:pt x="101173" y="1371165"/>
                  <a:pt x="116324" y="1373600"/>
                  <a:pt x="128365" y="1381125"/>
                </a:cubicBezTo>
                <a:cubicBezTo>
                  <a:pt x="137025" y="1386537"/>
                  <a:pt x="181090" y="1422550"/>
                  <a:pt x="195040" y="1428750"/>
                </a:cubicBezTo>
                <a:cubicBezTo>
                  <a:pt x="218784" y="1439303"/>
                  <a:pt x="262583" y="1451168"/>
                  <a:pt x="290290" y="1457325"/>
                </a:cubicBezTo>
                <a:cubicBezTo>
                  <a:pt x="306094" y="1460837"/>
                  <a:pt x="322296" y="1462590"/>
                  <a:pt x="337915" y="1466850"/>
                </a:cubicBezTo>
                <a:cubicBezTo>
                  <a:pt x="357288" y="1472134"/>
                  <a:pt x="376015" y="1479550"/>
                  <a:pt x="395065" y="1485900"/>
                </a:cubicBezTo>
                <a:lnTo>
                  <a:pt x="804640" y="1476375"/>
                </a:lnTo>
                <a:cubicBezTo>
                  <a:pt x="834159" y="1475170"/>
                  <a:pt x="892792" y="1460874"/>
                  <a:pt x="918940" y="1447800"/>
                </a:cubicBezTo>
                <a:cubicBezTo>
                  <a:pt x="944340" y="1435100"/>
                  <a:pt x="967293" y="1415269"/>
                  <a:pt x="995140" y="1409700"/>
                </a:cubicBezTo>
                <a:cubicBezTo>
                  <a:pt x="1023093" y="1404109"/>
                  <a:pt x="1045712" y="1401633"/>
                  <a:pt x="1071340" y="1390650"/>
                </a:cubicBezTo>
                <a:cubicBezTo>
                  <a:pt x="1105177" y="1376148"/>
                  <a:pt x="1109317" y="1371682"/>
                  <a:pt x="1138015" y="1352550"/>
                </a:cubicBezTo>
                <a:cubicBezTo>
                  <a:pt x="1152872" y="1322836"/>
                  <a:pt x="1169772" y="1309698"/>
                  <a:pt x="1147540" y="1276350"/>
                </a:cubicBezTo>
                <a:cubicBezTo>
                  <a:pt x="1141190" y="1266825"/>
                  <a:pt x="1129487" y="1261809"/>
                  <a:pt x="1118965" y="1257300"/>
                </a:cubicBezTo>
                <a:cubicBezTo>
                  <a:pt x="1103111" y="1250505"/>
                  <a:pt x="1033317" y="1238989"/>
                  <a:pt x="1023715" y="1238250"/>
                </a:cubicBezTo>
                <a:cubicBezTo>
                  <a:pt x="919057" y="1230199"/>
                  <a:pt x="709390" y="1219200"/>
                  <a:pt x="709390" y="1219200"/>
                </a:cubicBezTo>
                <a:cubicBezTo>
                  <a:pt x="487971" y="1185135"/>
                  <a:pt x="477925" y="1176239"/>
                  <a:pt x="156940" y="1209675"/>
                </a:cubicBezTo>
                <a:cubicBezTo>
                  <a:pt x="141150" y="1211320"/>
                  <a:pt x="137890" y="1235075"/>
                  <a:pt x="128365" y="1247775"/>
                </a:cubicBezTo>
                <a:cubicBezTo>
                  <a:pt x="106163" y="1358785"/>
                  <a:pt x="103952" y="1350428"/>
                  <a:pt x="128365" y="1533525"/>
                </a:cubicBezTo>
                <a:cubicBezTo>
                  <a:pt x="129322" y="1540705"/>
                  <a:pt x="167390" y="1596825"/>
                  <a:pt x="175990" y="1609725"/>
                </a:cubicBezTo>
                <a:cubicBezTo>
                  <a:pt x="191518" y="1671838"/>
                  <a:pt x="176640" y="1628040"/>
                  <a:pt x="214090" y="1695450"/>
                </a:cubicBezTo>
                <a:cubicBezTo>
                  <a:pt x="220986" y="1707862"/>
                  <a:pt x="224887" y="1721996"/>
                  <a:pt x="233140" y="1733550"/>
                </a:cubicBezTo>
                <a:cubicBezTo>
                  <a:pt x="240970" y="1744511"/>
                  <a:pt x="253445" y="1751492"/>
                  <a:pt x="261715" y="1762125"/>
                </a:cubicBezTo>
                <a:cubicBezTo>
                  <a:pt x="275771" y="1780197"/>
                  <a:pt x="289576" y="1798797"/>
                  <a:pt x="299815" y="1819275"/>
                </a:cubicBezTo>
                <a:cubicBezTo>
                  <a:pt x="306165" y="1831975"/>
                  <a:pt x="309624" y="1846594"/>
                  <a:pt x="318865" y="1857375"/>
                </a:cubicBezTo>
                <a:cubicBezTo>
                  <a:pt x="329196" y="1869428"/>
                  <a:pt x="344912" y="1875619"/>
                  <a:pt x="356965" y="1885950"/>
                </a:cubicBezTo>
                <a:cubicBezTo>
                  <a:pt x="435534" y="1953295"/>
                  <a:pt x="331376" y="1878217"/>
                  <a:pt x="423640" y="1933575"/>
                </a:cubicBezTo>
                <a:cubicBezTo>
                  <a:pt x="443273" y="1945355"/>
                  <a:pt x="458578" y="1966122"/>
                  <a:pt x="480790" y="1971675"/>
                </a:cubicBezTo>
                <a:cubicBezTo>
                  <a:pt x="493490" y="1974850"/>
                  <a:pt x="506351" y="1977438"/>
                  <a:pt x="518890" y="1981200"/>
                </a:cubicBezTo>
                <a:cubicBezTo>
                  <a:pt x="538124" y="1986970"/>
                  <a:pt x="556233" y="1996949"/>
                  <a:pt x="576040" y="2000250"/>
                </a:cubicBezTo>
                <a:lnTo>
                  <a:pt x="633190" y="2009775"/>
                </a:lnTo>
                <a:cubicBezTo>
                  <a:pt x="645890" y="2016125"/>
                  <a:pt x="657690" y="2024745"/>
                  <a:pt x="671290" y="2028825"/>
                </a:cubicBezTo>
                <a:cubicBezTo>
                  <a:pt x="710709" y="2040651"/>
                  <a:pt x="834718" y="2046525"/>
                  <a:pt x="852265" y="2047875"/>
                </a:cubicBezTo>
                <a:cubicBezTo>
                  <a:pt x="913151" y="2039757"/>
                  <a:pt x="988992" y="2053348"/>
                  <a:pt x="1033240" y="2000250"/>
                </a:cubicBezTo>
                <a:cubicBezTo>
                  <a:pt x="1039668" y="1992537"/>
                  <a:pt x="1039590" y="1981200"/>
                  <a:pt x="1042765" y="1971675"/>
                </a:cubicBezTo>
                <a:cubicBezTo>
                  <a:pt x="1039590" y="1920875"/>
                  <a:pt x="1044282" y="1868962"/>
                  <a:pt x="1033240" y="1819275"/>
                </a:cubicBezTo>
                <a:cubicBezTo>
                  <a:pt x="1030029" y="1804824"/>
                  <a:pt x="985953" y="1794927"/>
                  <a:pt x="976090" y="1790700"/>
                </a:cubicBezTo>
                <a:cubicBezTo>
                  <a:pt x="839691" y="1732243"/>
                  <a:pt x="1031597" y="1806027"/>
                  <a:pt x="899890" y="1762125"/>
                </a:cubicBezTo>
                <a:cubicBezTo>
                  <a:pt x="847167" y="1744551"/>
                  <a:pt x="859626" y="1739338"/>
                  <a:pt x="804640" y="1733550"/>
                </a:cubicBezTo>
                <a:cubicBezTo>
                  <a:pt x="760322" y="1728885"/>
                  <a:pt x="715740" y="1727200"/>
                  <a:pt x="671290" y="1724025"/>
                </a:cubicBezTo>
                <a:cubicBezTo>
                  <a:pt x="525240" y="1727200"/>
                  <a:pt x="378720" y="1721418"/>
                  <a:pt x="233140" y="1733550"/>
                </a:cubicBezTo>
                <a:cubicBezTo>
                  <a:pt x="221732" y="1734501"/>
                  <a:pt x="218739" y="1751664"/>
                  <a:pt x="214090" y="1762125"/>
                </a:cubicBezTo>
                <a:cubicBezTo>
                  <a:pt x="205935" y="1780475"/>
                  <a:pt x="201390" y="1800225"/>
                  <a:pt x="195040" y="1819275"/>
                </a:cubicBezTo>
                <a:cubicBezTo>
                  <a:pt x="187293" y="1842516"/>
                  <a:pt x="184929" y="1857961"/>
                  <a:pt x="166465" y="1876425"/>
                </a:cubicBezTo>
                <a:cubicBezTo>
                  <a:pt x="164220" y="1878670"/>
                  <a:pt x="160115" y="1876425"/>
                  <a:pt x="156940" y="1876425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/>
          <p:cNvSpPr/>
          <p:nvPr/>
        </p:nvSpPr>
        <p:spPr>
          <a:xfrm>
            <a:off x="3943351" y="2400301"/>
            <a:ext cx="1971675" cy="237490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1"/>
            <a:endCxn id="24" idx="3"/>
          </p:cNvCxnSpPr>
          <p:nvPr/>
        </p:nvCxnSpPr>
        <p:spPr>
          <a:xfrm>
            <a:off x="3943351" y="3587751"/>
            <a:ext cx="1971675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/>
          <p:nvPr/>
        </p:nvCxnSpPr>
        <p:spPr>
          <a:xfrm>
            <a:off x="6800848" y="209550"/>
            <a:ext cx="0" cy="6276975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Conector reto 26"/>
          <p:cNvCxnSpPr/>
          <p:nvPr/>
        </p:nvCxnSpPr>
        <p:spPr>
          <a:xfrm>
            <a:off x="6762748" y="6486525"/>
            <a:ext cx="2162175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Forma livre 27"/>
          <p:cNvSpPr/>
          <p:nvPr/>
        </p:nvSpPr>
        <p:spPr>
          <a:xfrm>
            <a:off x="7264701" y="6086475"/>
            <a:ext cx="1158268" cy="400050"/>
          </a:xfrm>
          <a:custGeom>
            <a:avLst/>
            <a:gdLst>
              <a:gd name="connsiteX0" fmla="*/ 899890 w 1158268"/>
              <a:gd name="connsiteY0" fmla="*/ 9525 h 2047875"/>
              <a:gd name="connsiteX1" fmla="*/ 852265 w 1158268"/>
              <a:gd name="connsiteY1" fmla="*/ 0 h 2047875"/>
              <a:gd name="connsiteX2" fmla="*/ 280765 w 1158268"/>
              <a:gd name="connsiteY2" fmla="*/ 9525 h 2047875"/>
              <a:gd name="connsiteX3" fmla="*/ 147415 w 1158268"/>
              <a:gd name="connsiteY3" fmla="*/ 38100 h 2047875"/>
              <a:gd name="connsiteX4" fmla="*/ 109315 w 1158268"/>
              <a:gd name="connsiteY4" fmla="*/ 66675 h 2047875"/>
              <a:gd name="connsiteX5" fmla="*/ 80740 w 1158268"/>
              <a:gd name="connsiteY5" fmla="*/ 85725 h 2047875"/>
              <a:gd name="connsiteX6" fmla="*/ 61690 w 1158268"/>
              <a:gd name="connsiteY6" fmla="*/ 114300 h 2047875"/>
              <a:gd name="connsiteX7" fmla="*/ 14065 w 1158268"/>
              <a:gd name="connsiteY7" fmla="*/ 171450 h 2047875"/>
              <a:gd name="connsiteX8" fmla="*/ 23590 w 1158268"/>
              <a:gd name="connsiteY8" fmla="*/ 333375 h 2047875"/>
              <a:gd name="connsiteX9" fmla="*/ 52165 w 1158268"/>
              <a:gd name="connsiteY9" fmla="*/ 361950 h 2047875"/>
              <a:gd name="connsiteX10" fmla="*/ 109315 w 1158268"/>
              <a:gd name="connsiteY10" fmla="*/ 400050 h 2047875"/>
              <a:gd name="connsiteX11" fmla="*/ 204565 w 1158268"/>
              <a:gd name="connsiteY11" fmla="*/ 438150 h 2047875"/>
              <a:gd name="connsiteX12" fmla="*/ 233140 w 1158268"/>
              <a:gd name="connsiteY12" fmla="*/ 447675 h 2047875"/>
              <a:gd name="connsiteX13" fmla="*/ 261715 w 1158268"/>
              <a:gd name="connsiteY13" fmla="*/ 466725 h 2047875"/>
              <a:gd name="connsiteX14" fmla="*/ 318865 w 1158268"/>
              <a:gd name="connsiteY14" fmla="*/ 485775 h 2047875"/>
              <a:gd name="connsiteX15" fmla="*/ 347440 w 1158268"/>
              <a:gd name="connsiteY15" fmla="*/ 495300 h 2047875"/>
              <a:gd name="connsiteX16" fmla="*/ 385540 w 1158268"/>
              <a:gd name="connsiteY16" fmla="*/ 504825 h 2047875"/>
              <a:gd name="connsiteX17" fmla="*/ 490315 w 1158268"/>
              <a:gd name="connsiteY17" fmla="*/ 523875 h 2047875"/>
              <a:gd name="connsiteX18" fmla="*/ 795115 w 1158268"/>
              <a:gd name="connsiteY18" fmla="*/ 514350 h 2047875"/>
              <a:gd name="connsiteX19" fmla="*/ 823690 w 1158268"/>
              <a:gd name="connsiteY19" fmla="*/ 504825 h 2047875"/>
              <a:gd name="connsiteX20" fmla="*/ 861790 w 1158268"/>
              <a:gd name="connsiteY20" fmla="*/ 495300 h 2047875"/>
              <a:gd name="connsiteX21" fmla="*/ 928465 w 1158268"/>
              <a:gd name="connsiteY21" fmla="*/ 466725 h 2047875"/>
              <a:gd name="connsiteX22" fmla="*/ 947515 w 1158268"/>
              <a:gd name="connsiteY22" fmla="*/ 438150 h 2047875"/>
              <a:gd name="connsiteX23" fmla="*/ 937990 w 1158268"/>
              <a:gd name="connsiteY23" fmla="*/ 352425 h 2047875"/>
              <a:gd name="connsiteX24" fmla="*/ 909415 w 1158268"/>
              <a:gd name="connsiteY24" fmla="*/ 342900 h 2047875"/>
              <a:gd name="connsiteX25" fmla="*/ 823690 w 1158268"/>
              <a:gd name="connsiteY25" fmla="*/ 314325 h 2047875"/>
              <a:gd name="connsiteX26" fmla="*/ 785590 w 1158268"/>
              <a:gd name="connsiteY26" fmla="*/ 285750 h 2047875"/>
              <a:gd name="connsiteX27" fmla="*/ 652240 w 1158268"/>
              <a:gd name="connsiteY27" fmla="*/ 257175 h 2047875"/>
              <a:gd name="connsiteX28" fmla="*/ 623665 w 1158268"/>
              <a:gd name="connsiteY28" fmla="*/ 238125 h 2047875"/>
              <a:gd name="connsiteX29" fmla="*/ 128365 w 1158268"/>
              <a:gd name="connsiteY29" fmla="*/ 266700 h 2047875"/>
              <a:gd name="connsiteX30" fmla="*/ 80740 w 1158268"/>
              <a:gd name="connsiteY30" fmla="*/ 323850 h 2047875"/>
              <a:gd name="connsiteX31" fmla="*/ 61690 w 1158268"/>
              <a:gd name="connsiteY31" fmla="*/ 381000 h 2047875"/>
              <a:gd name="connsiteX32" fmla="*/ 52165 w 1158268"/>
              <a:gd name="connsiteY32" fmla="*/ 409575 h 2047875"/>
              <a:gd name="connsiteX33" fmla="*/ 14065 w 1158268"/>
              <a:gd name="connsiteY33" fmla="*/ 466725 h 2047875"/>
              <a:gd name="connsiteX34" fmla="*/ 23590 w 1158268"/>
              <a:gd name="connsiteY34" fmla="*/ 714375 h 2047875"/>
              <a:gd name="connsiteX35" fmla="*/ 42640 w 1158268"/>
              <a:gd name="connsiteY35" fmla="*/ 742950 h 2047875"/>
              <a:gd name="connsiteX36" fmla="*/ 61690 w 1158268"/>
              <a:gd name="connsiteY36" fmla="*/ 781050 h 2047875"/>
              <a:gd name="connsiteX37" fmla="*/ 99790 w 1158268"/>
              <a:gd name="connsiteY37" fmla="*/ 838200 h 2047875"/>
              <a:gd name="connsiteX38" fmla="*/ 128365 w 1158268"/>
              <a:gd name="connsiteY38" fmla="*/ 857250 h 2047875"/>
              <a:gd name="connsiteX39" fmla="*/ 185515 w 1158268"/>
              <a:gd name="connsiteY39" fmla="*/ 895350 h 2047875"/>
              <a:gd name="connsiteX40" fmla="*/ 223615 w 1158268"/>
              <a:gd name="connsiteY40" fmla="*/ 923925 h 2047875"/>
              <a:gd name="connsiteX41" fmla="*/ 280765 w 1158268"/>
              <a:gd name="connsiteY41" fmla="*/ 942975 h 2047875"/>
              <a:gd name="connsiteX42" fmla="*/ 309340 w 1158268"/>
              <a:gd name="connsiteY42" fmla="*/ 971550 h 2047875"/>
              <a:gd name="connsiteX43" fmla="*/ 366490 w 1158268"/>
              <a:gd name="connsiteY43" fmla="*/ 990600 h 2047875"/>
              <a:gd name="connsiteX44" fmla="*/ 395065 w 1158268"/>
              <a:gd name="connsiteY44" fmla="*/ 1000125 h 2047875"/>
              <a:gd name="connsiteX45" fmla="*/ 423640 w 1158268"/>
              <a:gd name="connsiteY45" fmla="*/ 1009650 h 2047875"/>
              <a:gd name="connsiteX46" fmla="*/ 528415 w 1158268"/>
              <a:gd name="connsiteY46" fmla="*/ 1028700 h 2047875"/>
              <a:gd name="connsiteX47" fmla="*/ 737965 w 1158268"/>
              <a:gd name="connsiteY47" fmla="*/ 1019175 h 2047875"/>
              <a:gd name="connsiteX48" fmla="*/ 823690 w 1158268"/>
              <a:gd name="connsiteY48" fmla="*/ 1000125 h 2047875"/>
              <a:gd name="connsiteX49" fmla="*/ 852265 w 1158268"/>
              <a:gd name="connsiteY49" fmla="*/ 981075 h 2047875"/>
              <a:gd name="connsiteX50" fmla="*/ 880840 w 1158268"/>
              <a:gd name="connsiteY50" fmla="*/ 971550 h 2047875"/>
              <a:gd name="connsiteX51" fmla="*/ 918940 w 1158268"/>
              <a:gd name="connsiteY51" fmla="*/ 952500 h 2047875"/>
              <a:gd name="connsiteX52" fmla="*/ 937990 w 1158268"/>
              <a:gd name="connsiteY52" fmla="*/ 923925 h 2047875"/>
              <a:gd name="connsiteX53" fmla="*/ 1014190 w 1158268"/>
              <a:gd name="connsiteY53" fmla="*/ 876300 h 2047875"/>
              <a:gd name="connsiteX54" fmla="*/ 1023715 w 1158268"/>
              <a:gd name="connsiteY54" fmla="*/ 847725 h 2047875"/>
              <a:gd name="connsiteX55" fmla="*/ 985615 w 1158268"/>
              <a:gd name="connsiteY55" fmla="*/ 790575 h 2047875"/>
              <a:gd name="connsiteX56" fmla="*/ 957040 w 1158268"/>
              <a:gd name="connsiteY56" fmla="*/ 781050 h 2047875"/>
              <a:gd name="connsiteX57" fmla="*/ 823690 w 1158268"/>
              <a:gd name="connsiteY57" fmla="*/ 742950 h 2047875"/>
              <a:gd name="connsiteX58" fmla="*/ 718915 w 1158268"/>
              <a:gd name="connsiteY58" fmla="*/ 733425 h 2047875"/>
              <a:gd name="connsiteX59" fmla="*/ 595090 w 1158268"/>
              <a:gd name="connsiteY59" fmla="*/ 723900 h 2047875"/>
              <a:gd name="connsiteX60" fmla="*/ 271240 w 1158268"/>
              <a:gd name="connsiteY60" fmla="*/ 742950 h 2047875"/>
              <a:gd name="connsiteX61" fmla="*/ 233140 w 1158268"/>
              <a:gd name="connsiteY61" fmla="*/ 762000 h 2047875"/>
              <a:gd name="connsiteX62" fmla="*/ 204565 w 1158268"/>
              <a:gd name="connsiteY62" fmla="*/ 771525 h 2047875"/>
              <a:gd name="connsiteX63" fmla="*/ 175990 w 1158268"/>
              <a:gd name="connsiteY63" fmla="*/ 800100 h 2047875"/>
              <a:gd name="connsiteX64" fmla="*/ 128365 w 1158268"/>
              <a:gd name="connsiteY64" fmla="*/ 857250 h 2047875"/>
              <a:gd name="connsiteX65" fmla="*/ 61690 w 1158268"/>
              <a:gd name="connsiteY65" fmla="*/ 904875 h 2047875"/>
              <a:gd name="connsiteX66" fmla="*/ 52165 w 1158268"/>
              <a:gd name="connsiteY66" fmla="*/ 933450 h 2047875"/>
              <a:gd name="connsiteX67" fmla="*/ 33115 w 1158268"/>
              <a:gd name="connsiteY67" fmla="*/ 971550 h 2047875"/>
              <a:gd name="connsiteX68" fmla="*/ 23590 w 1158268"/>
              <a:gd name="connsiteY68" fmla="*/ 1047750 h 2047875"/>
              <a:gd name="connsiteX69" fmla="*/ 33115 w 1158268"/>
              <a:gd name="connsiteY69" fmla="*/ 1266825 h 2047875"/>
              <a:gd name="connsiteX70" fmla="*/ 52165 w 1158268"/>
              <a:gd name="connsiteY70" fmla="*/ 1295400 h 2047875"/>
              <a:gd name="connsiteX71" fmla="*/ 90265 w 1158268"/>
              <a:gd name="connsiteY71" fmla="*/ 1362075 h 2047875"/>
              <a:gd name="connsiteX72" fmla="*/ 128365 w 1158268"/>
              <a:gd name="connsiteY72" fmla="*/ 1381125 h 2047875"/>
              <a:gd name="connsiteX73" fmla="*/ 195040 w 1158268"/>
              <a:gd name="connsiteY73" fmla="*/ 1428750 h 2047875"/>
              <a:gd name="connsiteX74" fmla="*/ 290290 w 1158268"/>
              <a:gd name="connsiteY74" fmla="*/ 1457325 h 2047875"/>
              <a:gd name="connsiteX75" fmla="*/ 337915 w 1158268"/>
              <a:gd name="connsiteY75" fmla="*/ 1466850 h 2047875"/>
              <a:gd name="connsiteX76" fmla="*/ 395065 w 1158268"/>
              <a:gd name="connsiteY76" fmla="*/ 1485900 h 2047875"/>
              <a:gd name="connsiteX77" fmla="*/ 804640 w 1158268"/>
              <a:gd name="connsiteY77" fmla="*/ 1476375 h 2047875"/>
              <a:gd name="connsiteX78" fmla="*/ 918940 w 1158268"/>
              <a:gd name="connsiteY78" fmla="*/ 1447800 h 2047875"/>
              <a:gd name="connsiteX79" fmla="*/ 995140 w 1158268"/>
              <a:gd name="connsiteY79" fmla="*/ 1409700 h 2047875"/>
              <a:gd name="connsiteX80" fmla="*/ 1071340 w 1158268"/>
              <a:gd name="connsiteY80" fmla="*/ 1390650 h 2047875"/>
              <a:gd name="connsiteX81" fmla="*/ 1138015 w 1158268"/>
              <a:gd name="connsiteY81" fmla="*/ 1352550 h 2047875"/>
              <a:gd name="connsiteX82" fmla="*/ 1147540 w 1158268"/>
              <a:gd name="connsiteY82" fmla="*/ 1276350 h 2047875"/>
              <a:gd name="connsiteX83" fmla="*/ 1118965 w 1158268"/>
              <a:gd name="connsiteY83" fmla="*/ 1257300 h 2047875"/>
              <a:gd name="connsiteX84" fmla="*/ 1023715 w 1158268"/>
              <a:gd name="connsiteY84" fmla="*/ 1238250 h 2047875"/>
              <a:gd name="connsiteX85" fmla="*/ 709390 w 1158268"/>
              <a:gd name="connsiteY85" fmla="*/ 1219200 h 2047875"/>
              <a:gd name="connsiteX86" fmla="*/ 156940 w 1158268"/>
              <a:gd name="connsiteY86" fmla="*/ 1209675 h 2047875"/>
              <a:gd name="connsiteX87" fmla="*/ 128365 w 1158268"/>
              <a:gd name="connsiteY87" fmla="*/ 1247775 h 2047875"/>
              <a:gd name="connsiteX88" fmla="*/ 128365 w 1158268"/>
              <a:gd name="connsiteY88" fmla="*/ 1533525 h 2047875"/>
              <a:gd name="connsiteX89" fmla="*/ 175990 w 1158268"/>
              <a:gd name="connsiteY89" fmla="*/ 1609725 h 2047875"/>
              <a:gd name="connsiteX90" fmla="*/ 214090 w 1158268"/>
              <a:gd name="connsiteY90" fmla="*/ 1695450 h 2047875"/>
              <a:gd name="connsiteX91" fmla="*/ 233140 w 1158268"/>
              <a:gd name="connsiteY91" fmla="*/ 1733550 h 2047875"/>
              <a:gd name="connsiteX92" fmla="*/ 261715 w 1158268"/>
              <a:gd name="connsiteY92" fmla="*/ 1762125 h 2047875"/>
              <a:gd name="connsiteX93" fmla="*/ 299815 w 1158268"/>
              <a:gd name="connsiteY93" fmla="*/ 1819275 h 2047875"/>
              <a:gd name="connsiteX94" fmla="*/ 318865 w 1158268"/>
              <a:gd name="connsiteY94" fmla="*/ 1857375 h 2047875"/>
              <a:gd name="connsiteX95" fmla="*/ 356965 w 1158268"/>
              <a:gd name="connsiteY95" fmla="*/ 1885950 h 2047875"/>
              <a:gd name="connsiteX96" fmla="*/ 423640 w 1158268"/>
              <a:gd name="connsiteY96" fmla="*/ 1933575 h 2047875"/>
              <a:gd name="connsiteX97" fmla="*/ 480790 w 1158268"/>
              <a:gd name="connsiteY97" fmla="*/ 1971675 h 2047875"/>
              <a:gd name="connsiteX98" fmla="*/ 518890 w 1158268"/>
              <a:gd name="connsiteY98" fmla="*/ 1981200 h 2047875"/>
              <a:gd name="connsiteX99" fmla="*/ 576040 w 1158268"/>
              <a:gd name="connsiteY99" fmla="*/ 2000250 h 2047875"/>
              <a:gd name="connsiteX100" fmla="*/ 633190 w 1158268"/>
              <a:gd name="connsiteY100" fmla="*/ 2009775 h 2047875"/>
              <a:gd name="connsiteX101" fmla="*/ 671290 w 1158268"/>
              <a:gd name="connsiteY101" fmla="*/ 2028825 h 2047875"/>
              <a:gd name="connsiteX102" fmla="*/ 852265 w 1158268"/>
              <a:gd name="connsiteY102" fmla="*/ 2047875 h 2047875"/>
              <a:gd name="connsiteX103" fmla="*/ 1033240 w 1158268"/>
              <a:gd name="connsiteY103" fmla="*/ 2000250 h 2047875"/>
              <a:gd name="connsiteX104" fmla="*/ 1042765 w 1158268"/>
              <a:gd name="connsiteY104" fmla="*/ 1971675 h 2047875"/>
              <a:gd name="connsiteX105" fmla="*/ 1033240 w 1158268"/>
              <a:gd name="connsiteY105" fmla="*/ 1819275 h 2047875"/>
              <a:gd name="connsiteX106" fmla="*/ 976090 w 1158268"/>
              <a:gd name="connsiteY106" fmla="*/ 1790700 h 2047875"/>
              <a:gd name="connsiteX107" fmla="*/ 899890 w 1158268"/>
              <a:gd name="connsiteY107" fmla="*/ 1762125 h 2047875"/>
              <a:gd name="connsiteX108" fmla="*/ 804640 w 1158268"/>
              <a:gd name="connsiteY108" fmla="*/ 1733550 h 2047875"/>
              <a:gd name="connsiteX109" fmla="*/ 671290 w 1158268"/>
              <a:gd name="connsiteY109" fmla="*/ 1724025 h 2047875"/>
              <a:gd name="connsiteX110" fmla="*/ 233140 w 1158268"/>
              <a:gd name="connsiteY110" fmla="*/ 1733550 h 2047875"/>
              <a:gd name="connsiteX111" fmla="*/ 214090 w 1158268"/>
              <a:gd name="connsiteY111" fmla="*/ 1762125 h 2047875"/>
              <a:gd name="connsiteX112" fmla="*/ 195040 w 1158268"/>
              <a:gd name="connsiteY112" fmla="*/ 1819275 h 2047875"/>
              <a:gd name="connsiteX113" fmla="*/ 166465 w 1158268"/>
              <a:gd name="connsiteY113" fmla="*/ 1876425 h 2047875"/>
              <a:gd name="connsiteX114" fmla="*/ 156940 w 1158268"/>
              <a:gd name="connsiteY114" fmla="*/ 1876425 h 204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158268" h="2047875">
                <a:moveTo>
                  <a:pt x="899890" y="9525"/>
                </a:moveTo>
                <a:cubicBezTo>
                  <a:pt x="884015" y="6350"/>
                  <a:pt x="868454" y="0"/>
                  <a:pt x="852265" y="0"/>
                </a:cubicBezTo>
                <a:cubicBezTo>
                  <a:pt x="661739" y="0"/>
                  <a:pt x="471117" y="1367"/>
                  <a:pt x="280765" y="9525"/>
                </a:cubicBezTo>
                <a:cubicBezTo>
                  <a:pt x="254675" y="10643"/>
                  <a:pt x="183775" y="29010"/>
                  <a:pt x="147415" y="38100"/>
                </a:cubicBezTo>
                <a:cubicBezTo>
                  <a:pt x="134715" y="47625"/>
                  <a:pt x="122233" y="57448"/>
                  <a:pt x="109315" y="66675"/>
                </a:cubicBezTo>
                <a:cubicBezTo>
                  <a:pt x="100000" y="73329"/>
                  <a:pt x="88835" y="77630"/>
                  <a:pt x="80740" y="85725"/>
                </a:cubicBezTo>
                <a:cubicBezTo>
                  <a:pt x="72645" y="93820"/>
                  <a:pt x="69019" y="105506"/>
                  <a:pt x="61690" y="114300"/>
                </a:cubicBezTo>
                <a:cubicBezTo>
                  <a:pt x="574" y="187639"/>
                  <a:pt x="61363" y="100504"/>
                  <a:pt x="14065" y="171450"/>
                </a:cubicBezTo>
                <a:cubicBezTo>
                  <a:pt x="17240" y="225425"/>
                  <a:pt x="12986" y="280357"/>
                  <a:pt x="23590" y="333375"/>
                </a:cubicBezTo>
                <a:cubicBezTo>
                  <a:pt x="26232" y="346584"/>
                  <a:pt x="41532" y="353680"/>
                  <a:pt x="52165" y="361950"/>
                </a:cubicBezTo>
                <a:cubicBezTo>
                  <a:pt x="70237" y="376006"/>
                  <a:pt x="88837" y="389811"/>
                  <a:pt x="109315" y="400050"/>
                </a:cubicBezTo>
                <a:cubicBezTo>
                  <a:pt x="165376" y="428080"/>
                  <a:pt x="133945" y="414610"/>
                  <a:pt x="204565" y="438150"/>
                </a:cubicBezTo>
                <a:cubicBezTo>
                  <a:pt x="214090" y="441325"/>
                  <a:pt x="224786" y="442106"/>
                  <a:pt x="233140" y="447675"/>
                </a:cubicBezTo>
                <a:cubicBezTo>
                  <a:pt x="242665" y="454025"/>
                  <a:pt x="251254" y="462076"/>
                  <a:pt x="261715" y="466725"/>
                </a:cubicBezTo>
                <a:cubicBezTo>
                  <a:pt x="280065" y="474880"/>
                  <a:pt x="299815" y="479425"/>
                  <a:pt x="318865" y="485775"/>
                </a:cubicBezTo>
                <a:cubicBezTo>
                  <a:pt x="328390" y="488950"/>
                  <a:pt x="337700" y="492865"/>
                  <a:pt x="347440" y="495300"/>
                </a:cubicBezTo>
                <a:cubicBezTo>
                  <a:pt x="360140" y="498475"/>
                  <a:pt x="372761" y="501985"/>
                  <a:pt x="385540" y="504825"/>
                </a:cubicBezTo>
                <a:cubicBezTo>
                  <a:pt x="425478" y="513700"/>
                  <a:pt x="448958" y="516982"/>
                  <a:pt x="490315" y="523875"/>
                </a:cubicBezTo>
                <a:cubicBezTo>
                  <a:pt x="591915" y="520700"/>
                  <a:pt x="693631" y="520149"/>
                  <a:pt x="795115" y="514350"/>
                </a:cubicBezTo>
                <a:cubicBezTo>
                  <a:pt x="805139" y="513777"/>
                  <a:pt x="814036" y="507583"/>
                  <a:pt x="823690" y="504825"/>
                </a:cubicBezTo>
                <a:cubicBezTo>
                  <a:pt x="836277" y="501229"/>
                  <a:pt x="849533" y="499897"/>
                  <a:pt x="861790" y="495300"/>
                </a:cubicBezTo>
                <a:cubicBezTo>
                  <a:pt x="1050111" y="424680"/>
                  <a:pt x="786547" y="514031"/>
                  <a:pt x="928465" y="466725"/>
                </a:cubicBezTo>
                <a:cubicBezTo>
                  <a:pt x="934815" y="457200"/>
                  <a:pt x="946564" y="449558"/>
                  <a:pt x="947515" y="438150"/>
                </a:cubicBezTo>
                <a:cubicBezTo>
                  <a:pt x="949903" y="409498"/>
                  <a:pt x="948668" y="379119"/>
                  <a:pt x="937990" y="352425"/>
                </a:cubicBezTo>
                <a:cubicBezTo>
                  <a:pt x="934261" y="343103"/>
                  <a:pt x="918395" y="347390"/>
                  <a:pt x="909415" y="342900"/>
                </a:cubicBezTo>
                <a:cubicBezTo>
                  <a:pt x="842449" y="309417"/>
                  <a:pt x="929790" y="332008"/>
                  <a:pt x="823690" y="314325"/>
                </a:cubicBezTo>
                <a:cubicBezTo>
                  <a:pt x="810990" y="304800"/>
                  <a:pt x="799789" y="292850"/>
                  <a:pt x="785590" y="285750"/>
                </a:cubicBezTo>
                <a:cubicBezTo>
                  <a:pt x="740349" y="263129"/>
                  <a:pt x="702228" y="263424"/>
                  <a:pt x="652240" y="257175"/>
                </a:cubicBezTo>
                <a:cubicBezTo>
                  <a:pt x="642715" y="250825"/>
                  <a:pt x="635110" y="238359"/>
                  <a:pt x="623665" y="238125"/>
                </a:cubicBezTo>
                <a:cubicBezTo>
                  <a:pt x="220036" y="229888"/>
                  <a:pt x="316598" y="203956"/>
                  <a:pt x="128365" y="266700"/>
                </a:cubicBezTo>
                <a:cubicBezTo>
                  <a:pt x="110420" y="284645"/>
                  <a:pt x="91349" y="299980"/>
                  <a:pt x="80740" y="323850"/>
                </a:cubicBezTo>
                <a:cubicBezTo>
                  <a:pt x="72585" y="342200"/>
                  <a:pt x="68040" y="361950"/>
                  <a:pt x="61690" y="381000"/>
                </a:cubicBezTo>
                <a:cubicBezTo>
                  <a:pt x="58515" y="390525"/>
                  <a:pt x="57734" y="401221"/>
                  <a:pt x="52165" y="409575"/>
                </a:cubicBezTo>
                <a:lnTo>
                  <a:pt x="14065" y="466725"/>
                </a:lnTo>
                <a:cubicBezTo>
                  <a:pt x="-6560" y="569848"/>
                  <a:pt x="-5416" y="540339"/>
                  <a:pt x="23590" y="714375"/>
                </a:cubicBezTo>
                <a:cubicBezTo>
                  <a:pt x="25472" y="725667"/>
                  <a:pt x="36960" y="733011"/>
                  <a:pt x="42640" y="742950"/>
                </a:cubicBezTo>
                <a:cubicBezTo>
                  <a:pt x="49685" y="755278"/>
                  <a:pt x="54385" y="768874"/>
                  <a:pt x="61690" y="781050"/>
                </a:cubicBezTo>
                <a:cubicBezTo>
                  <a:pt x="73470" y="800683"/>
                  <a:pt x="80740" y="825500"/>
                  <a:pt x="99790" y="838200"/>
                </a:cubicBezTo>
                <a:cubicBezTo>
                  <a:pt x="109315" y="844550"/>
                  <a:pt x="119571" y="849921"/>
                  <a:pt x="128365" y="857250"/>
                </a:cubicBezTo>
                <a:cubicBezTo>
                  <a:pt x="175931" y="896888"/>
                  <a:pt x="135297" y="878611"/>
                  <a:pt x="185515" y="895350"/>
                </a:cubicBezTo>
                <a:cubicBezTo>
                  <a:pt x="198215" y="904875"/>
                  <a:pt x="209416" y="916825"/>
                  <a:pt x="223615" y="923925"/>
                </a:cubicBezTo>
                <a:cubicBezTo>
                  <a:pt x="241576" y="932905"/>
                  <a:pt x="280765" y="942975"/>
                  <a:pt x="280765" y="942975"/>
                </a:cubicBezTo>
                <a:cubicBezTo>
                  <a:pt x="290290" y="952500"/>
                  <a:pt x="297565" y="965008"/>
                  <a:pt x="309340" y="971550"/>
                </a:cubicBezTo>
                <a:cubicBezTo>
                  <a:pt x="326893" y="981302"/>
                  <a:pt x="347440" y="984250"/>
                  <a:pt x="366490" y="990600"/>
                </a:cubicBezTo>
                <a:lnTo>
                  <a:pt x="395065" y="1000125"/>
                </a:lnTo>
                <a:cubicBezTo>
                  <a:pt x="404590" y="1003300"/>
                  <a:pt x="413701" y="1008230"/>
                  <a:pt x="423640" y="1009650"/>
                </a:cubicBezTo>
                <a:cubicBezTo>
                  <a:pt x="503274" y="1021026"/>
                  <a:pt x="468535" y="1013730"/>
                  <a:pt x="528415" y="1028700"/>
                </a:cubicBezTo>
                <a:cubicBezTo>
                  <a:pt x="598265" y="1025525"/>
                  <a:pt x="668234" y="1024340"/>
                  <a:pt x="737965" y="1019175"/>
                </a:cubicBezTo>
                <a:cubicBezTo>
                  <a:pt x="755149" y="1017902"/>
                  <a:pt x="804879" y="1004828"/>
                  <a:pt x="823690" y="1000125"/>
                </a:cubicBezTo>
                <a:cubicBezTo>
                  <a:pt x="833215" y="993775"/>
                  <a:pt x="842026" y="986195"/>
                  <a:pt x="852265" y="981075"/>
                </a:cubicBezTo>
                <a:cubicBezTo>
                  <a:pt x="861245" y="976585"/>
                  <a:pt x="871612" y="975505"/>
                  <a:pt x="880840" y="971550"/>
                </a:cubicBezTo>
                <a:cubicBezTo>
                  <a:pt x="893891" y="965957"/>
                  <a:pt x="906240" y="958850"/>
                  <a:pt x="918940" y="952500"/>
                </a:cubicBezTo>
                <a:cubicBezTo>
                  <a:pt x="925290" y="942975"/>
                  <a:pt x="928675" y="930579"/>
                  <a:pt x="937990" y="923925"/>
                </a:cubicBezTo>
                <a:cubicBezTo>
                  <a:pt x="1064267" y="833727"/>
                  <a:pt x="921413" y="969077"/>
                  <a:pt x="1014190" y="876300"/>
                </a:cubicBezTo>
                <a:cubicBezTo>
                  <a:pt x="1017365" y="866775"/>
                  <a:pt x="1023715" y="857765"/>
                  <a:pt x="1023715" y="847725"/>
                </a:cubicBezTo>
                <a:cubicBezTo>
                  <a:pt x="1023715" y="824424"/>
                  <a:pt x="1002795" y="802029"/>
                  <a:pt x="985615" y="790575"/>
                </a:cubicBezTo>
                <a:cubicBezTo>
                  <a:pt x="977261" y="785006"/>
                  <a:pt x="966268" y="785005"/>
                  <a:pt x="957040" y="781050"/>
                </a:cubicBezTo>
                <a:cubicBezTo>
                  <a:pt x="882790" y="749228"/>
                  <a:pt x="949259" y="760888"/>
                  <a:pt x="823690" y="742950"/>
                </a:cubicBezTo>
                <a:cubicBezTo>
                  <a:pt x="788973" y="737990"/>
                  <a:pt x="753863" y="736337"/>
                  <a:pt x="718915" y="733425"/>
                </a:cubicBezTo>
                <a:lnTo>
                  <a:pt x="595090" y="723900"/>
                </a:lnTo>
                <a:cubicBezTo>
                  <a:pt x="487140" y="730250"/>
                  <a:pt x="378782" y="731630"/>
                  <a:pt x="271240" y="742950"/>
                </a:cubicBezTo>
                <a:cubicBezTo>
                  <a:pt x="257119" y="744436"/>
                  <a:pt x="246191" y="756407"/>
                  <a:pt x="233140" y="762000"/>
                </a:cubicBezTo>
                <a:cubicBezTo>
                  <a:pt x="223912" y="765955"/>
                  <a:pt x="214090" y="768350"/>
                  <a:pt x="204565" y="771525"/>
                </a:cubicBezTo>
                <a:cubicBezTo>
                  <a:pt x="195040" y="781050"/>
                  <a:pt x="184614" y="789752"/>
                  <a:pt x="175990" y="800100"/>
                </a:cubicBezTo>
                <a:cubicBezTo>
                  <a:pt x="151418" y="829586"/>
                  <a:pt x="162740" y="832696"/>
                  <a:pt x="128365" y="857250"/>
                </a:cubicBezTo>
                <a:cubicBezTo>
                  <a:pt x="40606" y="919935"/>
                  <a:pt x="135986" y="830579"/>
                  <a:pt x="61690" y="904875"/>
                </a:cubicBezTo>
                <a:cubicBezTo>
                  <a:pt x="58515" y="914400"/>
                  <a:pt x="56120" y="924222"/>
                  <a:pt x="52165" y="933450"/>
                </a:cubicBezTo>
                <a:cubicBezTo>
                  <a:pt x="46572" y="946501"/>
                  <a:pt x="36559" y="957775"/>
                  <a:pt x="33115" y="971550"/>
                </a:cubicBezTo>
                <a:cubicBezTo>
                  <a:pt x="26907" y="996383"/>
                  <a:pt x="26765" y="1022350"/>
                  <a:pt x="23590" y="1047750"/>
                </a:cubicBezTo>
                <a:cubicBezTo>
                  <a:pt x="26765" y="1120775"/>
                  <a:pt x="24737" y="1194213"/>
                  <a:pt x="33115" y="1266825"/>
                </a:cubicBezTo>
                <a:cubicBezTo>
                  <a:pt x="34427" y="1278197"/>
                  <a:pt x="46485" y="1285461"/>
                  <a:pt x="52165" y="1295400"/>
                </a:cubicBezTo>
                <a:cubicBezTo>
                  <a:pt x="58637" y="1306726"/>
                  <a:pt x="77607" y="1351527"/>
                  <a:pt x="90265" y="1362075"/>
                </a:cubicBezTo>
                <a:cubicBezTo>
                  <a:pt x="101173" y="1371165"/>
                  <a:pt x="116324" y="1373600"/>
                  <a:pt x="128365" y="1381125"/>
                </a:cubicBezTo>
                <a:cubicBezTo>
                  <a:pt x="137025" y="1386537"/>
                  <a:pt x="181090" y="1422550"/>
                  <a:pt x="195040" y="1428750"/>
                </a:cubicBezTo>
                <a:cubicBezTo>
                  <a:pt x="218784" y="1439303"/>
                  <a:pt x="262583" y="1451168"/>
                  <a:pt x="290290" y="1457325"/>
                </a:cubicBezTo>
                <a:cubicBezTo>
                  <a:pt x="306094" y="1460837"/>
                  <a:pt x="322296" y="1462590"/>
                  <a:pt x="337915" y="1466850"/>
                </a:cubicBezTo>
                <a:cubicBezTo>
                  <a:pt x="357288" y="1472134"/>
                  <a:pt x="376015" y="1479550"/>
                  <a:pt x="395065" y="1485900"/>
                </a:cubicBezTo>
                <a:lnTo>
                  <a:pt x="804640" y="1476375"/>
                </a:lnTo>
                <a:cubicBezTo>
                  <a:pt x="834159" y="1475170"/>
                  <a:pt x="892792" y="1460874"/>
                  <a:pt x="918940" y="1447800"/>
                </a:cubicBezTo>
                <a:cubicBezTo>
                  <a:pt x="944340" y="1435100"/>
                  <a:pt x="967293" y="1415269"/>
                  <a:pt x="995140" y="1409700"/>
                </a:cubicBezTo>
                <a:cubicBezTo>
                  <a:pt x="1023093" y="1404109"/>
                  <a:pt x="1045712" y="1401633"/>
                  <a:pt x="1071340" y="1390650"/>
                </a:cubicBezTo>
                <a:cubicBezTo>
                  <a:pt x="1105177" y="1376148"/>
                  <a:pt x="1109317" y="1371682"/>
                  <a:pt x="1138015" y="1352550"/>
                </a:cubicBezTo>
                <a:cubicBezTo>
                  <a:pt x="1152872" y="1322836"/>
                  <a:pt x="1169772" y="1309698"/>
                  <a:pt x="1147540" y="1276350"/>
                </a:cubicBezTo>
                <a:cubicBezTo>
                  <a:pt x="1141190" y="1266825"/>
                  <a:pt x="1129487" y="1261809"/>
                  <a:pt x="1118965" y="1257300"/>
                </a:cubicBezTo>
                <a:cubicBezTo>
                  <a:pt x="1103111" y="1250505"/>
                  <a:pt x="1033317" y="1238989"/>
                  <a:pt x="1023715" y="1238250"/>
                </a:cubicBezTo>
                <a:cubicBezTo>
                  <a:pt x="919057" y="1230199"/>
                  <a:pt x="709390" y="1219200"/>
                  <a:pt x="709390" y="1219200"/>
                </a:cubicBezTo>
                <a:cubicBezTo>
                  <a:pt x="487971" y="1185135"/>
                  <a:pt x="477925" y="1176239"/>
                  <a:pt x="156940" y="1209675"/>
                </a:cubicBezTo>
                <a:cubicBezTo>
                  <a:pt x="141150" y="1211320"/>
                  <a:pt x="137890" y="1235075"/>
                  <a:pt x="128365" y="1247775"/>
                </a:cubicBezTo>
                <a:cubicBezTo>
                  <a:pt x="106163" y="1358785"/>
                  <a:pt x="103952" y="1350428"/>
                  <a:pt x="128365" y="1533525"/>
                </a:cubicBezTo>
                <a:cubicBezTo>
                  <a:pt x="129322" y="1540705"/>
                  <a:pt x="167390" y="1596825"/>
                  <a:pt x="175990" y="1609725"/>
                </a:cubicBezTo>
                <a:cubicBezTo>
                  <a:pt x="191518" y="1671838"/>
                  <a:pt x="176640" y="1628040"/>
                  <a:pt x="214090" y="1695450"/>
                </a:cubicBezTo>
                <a:cubicBezTo>
                  <a:pt x="220986" y="1707862"/>
                  <a:pt x="224887" y="1721996"/>
                  <a:pt x="233140" y="1733550"/>
                </a:cubicBezTo>
                <a:cubicBezTo>
                  <a:pt x="240970" y="1744511"/>
                  <a:pt x="253445" y="1751492"/>
                  <a:pt x="261715" y="1762125"/>
                </a:cubicBezTo>
                <a:cubicBezTo>
                  <a:pt x="275771" y="1780197"/>
                  <a:pt x="289576" y="1798797"/>
                  <a:pt x="299815" y="1819275"/>
                </a:cubicBezTo>
                <a:cubicBezTo>
                  <a:pt x="306165" y="1831975"/>
                  <a:pt x="309624" y="1846594"/>
                  <a:pt x="318865" y="1857375"/>
                </a:cubicBezTo>
                <a:cubicBezTo>
                  <a:pt x="329196" y="1869428"/>
                  <a:pt x="344912" y="1875619"/>
                  <a:pt x="356965" y="1885950"/>
                </a:cubicBezTo>
                <a:cubicBezTo>
                  <a:pt x="435534" y="1953295"/>
                  <a:pt x="331376" y="1878217"/>
                  <a:pt x="423640" y="1933575"/>
                </a:cubicBezTo>
                <a:cubicBezTo>
                  <a:pt x="443273" y="1945355"/>
                  <a:pt x="458578" y="1966122"/>
                  <a:pt x="480790" y="1971675"/>
                </a:cubicBezTo>
                <a:cubicBezTo>
                  <a:pt x="493490" y="1974850"/>
                  <a:pt x="506351" y="1977438"/>
                  <a:pt x="518890" y="1981200"/>
                </a:cubicBezTo>
                <a:cubicBezTo>
                  <a:pt x="538124" y="1986970"/>
                  <a:pt x="556233" y="1996949"/>
                  <a:pt x="576040" y="2000250"/>
                </a:cubicBezTo>
                <a:lnTo>
                  <a:pt x="633190" y="2009775"/>
                </a:lnTo>
                <a:cubicBezTo>
                  <a:pt x="645890" y="2016125"/>
                  <a:pt x="657690" y="2024745"/>
                  <a:pt x="671290" y="2028825"/>
                </a:cubicBezTo>
                <a:cubicBezTo>
                  <a:pt x="710709" y="2040651"/>
                  <a:pt x="834718" y="2046525"/>
                  <a:pt x="852265" y="2047875"/>
                </a:cubicBezTo>
                <a:cubicBezTo>
                  <a:pt x="913151" y="2039757"/>
                  <a:pt x="988992" y="2053348"/>
                  <a:pt x="1033240" y="2000250"/>
                </a:cubicBezTo>
                <a:cubicBezTo>
                  <a:pt x="1039668" y="1992537"/>
                  <a:pt x="1039590" y="1981200"/>
                  <a:pt x="1042765" y="1971675"/>
                </a:cubicBezTo>
                <a:cubicBezTo>
                  <a:pt x="1039590" y="1920875"/>
                  <a:pt x="1044282" y="1868962"/>
                  <a:pt x="1033240" y="1819275"/>
                </a:cubicBezTo>
                <a:cubicBezTo>
                  <a:pt x="1030029" y="1804824"/>
                  <a:pt x="985953" y="1794927"/>
                  <a:pt x="976090" y="1790700"/>
                </a:cubicBezTo>
                <a:cubicBezTo>
                  <a:pt x="839691" y="1732243"/>
                  <a:pt x="1031597" y="1806027"/>
                  <a:pt x="899890" y="1762125"/>
                </a:cubicBezTo>
                <a:cubicBezTo>
                  <a:pt x="847167" y="1744551"/>
                  <a:pt x="859626" y="1739338"/>
                  <a:pt x="804640" y="1733550"/>
                </a:cubicBezTo>
                <a:cubicBezTo>
                  <a:pt x="760322" y="1728885"/>
                  <a:pt x="715740" y="1727200"/>
                  <a:pt x="671290" y="1724025"/>
                </a:cubicBezTo>
                <a:cubicBezTo>
                  <a:pt x="525240" y="1727200"/>
                  <a:pt x="378720" y="1721418"/>
                  <a:pt x="233140" y="1733550"/>
                </a:cubicBezTo>
                <a:cubicBezTo>
                  <a:pt x="221732" y="1734501"/>
                  <a:pt x="218739" y="1751664"/>
                  <a:pt x="214090" y="1762125"/>
                </a:cubicBezTo>
                <a:cubicBezTo>
                  <a:pt x="205935" y="1780475"/>
                  <a:pt x="201390" y="1800225"/>
                  <a:pt x="195040" y="1819275"/>
                </a:cubicBezTo>
                <a:cubicBezTo>
                  <a:pt x="187293" y="1842516"/>
                  <a:pt x="184929" y="1857961"/>
                  <a:pt x="166465" y="1876425"/>
                </a:cubicBezTo>
                <a:cubicBezTo>
                  <a:pt x="164220" y="1878670"/>
                  <a:pt x="160115" y="1876425"/>
                  <a:pt x="156940" y="1876425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/>
          <p:cNvSpPr/>
          <p:nvPr/>
        </p:nvSpPr>
        <p:spPr>
          <a:xfrm>
            <a:off x="6838949" y="3667126"/>
            <a:ext cx="1971675" cy="237490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0" name="Conector reto 29"/>
          <p:cNvCxnSpPr>
            <a:stCxn id="29" idx="1"/>
            <a:endCxn id="29" idx="3"/>
          </p:cNvCxnSpPr>
          <p:nvPr/>
        </p:nvCxnSpPr>
        <p:spPr>
          <a:xfrm>
            <a:off x="6838949" y="4854576"/>
            <a:ext cx="1971675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/>
          <p:cNvCxnSpPr/>
          <p:nvPr/>
        </p:nvCxnSpPr>
        <p:spPr>
          <a:xfrm>
            <a:off x="9620245" y="209550"/>
            <a:ext cx="0" cy="6276975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Conector reto 31"/>
          <p:cNvCxnSpPr/>
          <p:nvPr/>
        </p:nvCxnSpPr>
        <p:spPr>
          <a:xfrm>
            <a:off x="9582145" y="6486525"/>
            <a:ext cx="2162175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Forma livre 32"/>
          <p:cNvSpPr/>
          <p:nvPr/>
        </p:nvSpPr>
        <p:spPr>
          <a:xfrm>
            <a:off x="10084098" y="5257800"/>
            <a:ext cx="1158268" cy="1228725"/>
          </a:xfrm>
          <a:custGeom>
            <a:avLst/>
            <a:gdLst>
              <a:gd name="connsiteX0" fmla="*/ 899890 w 1158268"/>
              <a:gd name="connsiteY0" fmla="*/ 9525 h 2047875"/>
              <a:gd name="connsiteX1" fmla="*/ 852265 w 1158268"/>
              <a:gd name="connsiteY1" fmla="*/ 0 h 2047875"/>
              <a:gd name="connsiteX2" fmla="*/ 280765 w 1158268"/>
              <a:gd name="connsiteY2" fmla="*/ 9525 h 2047875"/>
              <a:gd name="connsiteX3" fmla="*/ 147415 w 1158268"/>
              <a:gd name="connsiteY3" fmla="*/ 38100 h 2047875"/>
              <a:gd name="connsiteX4" fmla="*/ 109315 w 1158268"/>
              <a:gd name="connsiteY4" fmla="*/ 66675 h 2047875"/>
              <a:gd name="connsiteX5" fmla="*/ 80740 w 1158268"/>
              <a:gd name="connsiteY5" fmla="*/ 85725 h 2047875"/>
              <a:gd name="connsiteX6" fmla="*/ 61690 w 1158268"/>
              <a:gd name="connsiteY6" fmla="*/ 114300 h 2047875"/>
              <a:gd name="connsiteX7" fmla="*/ 14065 w 1158268"/>
              <a:gd name="connsiteY7" fmla="*/ 171450 h 2047875"/>
              <a:gd name="connsiteX8" fmla="*/ 23590 w 1158268"/>
              <a:gd name="connsiteY8" fmla="*/ 333375 h 2047875"/>
              <a:gd name="connsiteX9" fmla="*/ 52165 w 1158268"/>
              <a:gd name="connsiteY9" fmla="*/ 361950 h 2047875"/>
              <a:gd name="connsiteX10" fmla="*/ 109315 w 1158268"/>
              <a:gd name="connsiteY10" fmla="*/ 400050 h 2047875"/>
              <a:gd name="connsiteX11" fmla="*/ 204565 w 1158268"/>
              <a:gd name="connsiteY11" fmla="*/ 438150 h 2047875"/>
              <a:gd name="connsiteX12" fmla="*/ 233140 w 1158268"/>
              <a:gd name="connsiteY12" fmla="*/ 447675 h 2047875"/>
              <a:gd name="connsiteX13" fmla="*/ 261715 w 1158268"/>
              <a:gd name="connsiteY13" fmla="*/ 466725 h 2047875"/>
              <a:gd name="connsiteX14" fmla="*/ 318865 w 1158268"/>
              <a:gd name="connsiteY14" fmla="*/ 485775 h 2047875"/>
              <a:gd name="connsiteX15" fmla="*/ 347440 w 1158268"/>
              <a:gd name="connsiteY15" fmla="*/ 495300 h 2047875"/>
              <a:gd name="connsiteX16" fmla="*/ 385540 w 1158268"/>
              <a:gd name="connsiteY16" fmla="*/ 504825 h 2047875"/>
              <a:gd name="connsiteX17" fmla="*/ 490315 w 1158268"/>
              <a:gd name="connsiteY17" fmla="*/ 523875 h 2047875"/>
              <a:gd name="connsiteX18" fmla="*/ 795115 w 1158268"/>
              <a:gd name="connsiteY18" fmla="*/ 514350 h 2047875"/>
              <a:gd name="connsiteX19" fmla="*/ 823690 w 1158268"/>
              <a:gd name="connsiteY19" fmla="*/ 504825 h 2047875"/>
              <a:gd name="connsiteX20" fmla="*/ 861790 w 1158268"/>
              <a:gd name="connsiteY20" fmla="*/ 495300 h 2047875"/>
              <a:gd name="connsiteX21" fmla="*/ 928465 w 1158268"/>
              <a:gd name="connsiteY21" fmla="*/ 466725 h 2047875"/>
              <a:gd name="connsiteX22" fmla="*/ 947515 w 1158268"/>
              <a:gd name="connsiteY22" fmla="*/ 438150 h 2047875"/>
              <a:gd name="connsiteX23" fmla="*/ 937990 w 1158268"/>
              <a:gd name="connsiteY23" fmla="*/ 352425 h 2047875"/>
              <a:gd name="connsiteX24" fmla="*/ 909415 w 1158268"/>
              <a:gd name="connsiteY24" fmla="*/ 342900 h 2047875"/>
              <a:gd name="connsiteX25" fmla="*/ 823690 w 1158268"/>
              <a:gd name="connsiteY25" fmla="*/ 314325 h 2047875"/>
              <a:gd name="connsiteX26" fmla="*/ 785590 w 1158268"/>
              <a:gd name="connsiteY26" fmla="*/ 285750 h 2047875"/>
              <a:gd name="connsiteX27" fmla="*/ 652240 w 1158268"/>
              <a:gd name="connsiteY27" fmla="*/ 257175 h 2047875"/>
              <a:gd name="connsiteX28" fmla="*/ 623665 w 1158268"/>
              <a:gd name="connsiteY28" fmla="*/ 238125 h 2047875"/>
              <a:gd name="connsiteX29" fmla="*/ 128365 w 1158268"/>
              <a:gd name="connsiteY29" fmla="*/ 266700 h 2047875"/>
              <a:gd name="connsiteX30" fmla="*/ 80740 w 1158268"/>
              <a:gd name="connsiteY30" fmla="*/ 323850 h 2047875"/>
              <a:gd name="connsiteX31" fmla="*/ 61690 w 1158268"/>
              <a:gd name="connsiteY31" fmla="*/ 381000 h 2047875"/>
              <a:gd name="connsiteX32" fmla="*/ 52165 w 1158268"/>
              <a:gd name="connsiteY32" fmla="*/ 409575 h 2047875"/>
              <a:gd name="connsiteX33" fmla="*/ 14065 w 1158268"/>
              <a:gd name="connsiteY33" fmla="*/ 466725 h 2047875"/>
              <a:gd name="connsiteX34" fmla="*/ 23590 w 1158268"/>
              <a:gd name="connsiteY34" fmla="*/ 714375 h 2047875"/>
              <a:gd name="connsiteX35" fmla="*/ 42640 w 1158268"/>
              <a:gd name="connsiteY35" fmla="*/ 742950 h 2047875"/>
              <a:gd name="connsiteX36" fmla="*/ 61690 w 1158268"/>
              <a:gd name="connsiteY36" fmla="*/ 781050 h 2047875"/>
              <a:gd name="connsiteX37" fmla="*/ 99790 w 1158268"/>
              <a:gd name="connsiteY37" fmla="*/ 838200 h 2047875"/>
              <a:gd name="connsiteX38" fmla="*/ 128365 w 1158268"/>
              <a:gd name="connsiteY38" fmla="*/ 857250 h 2047875"/>
              <a:gd name="connsiteX39" fmla="*/ 185515 w 1158268"/>
              <a:gd name="connsiteY39" fmla="*/ 895350 h 2047875"/>
              <a:gd name="connsiteX40" fmla="*/ 223615 w 1158268"/>
              <a:gd name="connsiteY40" fmla="*/ 923925 h 2047875"/>
              <a:gd name="connsiteX41" fmla="*/ 280765 w 1158268"/>
              <a:gd name="connsiteY41" fmla="*/ 942975 h 2047875"/>
              <a:gd name="connsiteX42" fmla="*/ 309340 w 1158268"/>
              <a:gd name="connsiteY42" fmla="*/ 971550 h 2047875"/>
              <a:gd name="connsiteX43" fmla="*/ 366490 w 1158268"/>
              <a:gd name="connsiteY43" fmla="*/ 990600 h 2047875"/>
              <a:gd name="connsiteX44" fmla="*/ 395065 w 1158268"/>
              <a:gd name="connsiteY44" fmla="*/ 1000125 h 2047875"/>
              <a:gd name="connsiteX45" fmla="*/ 423640 w 1158268"/>
              <a:gd name="connsiteY45" fmla="*/ 1009650 h 2047875"/>
              <a:gd name="connsiteX46" fmla="*/ 528415 w 1158268"/>
              <a:gd name="connsiteY46" fmla="*/ 1028700 h 2047875"/>
              <a:gd name="connsiteX47" fmla="*/ 737965 w 1158268"/>
              <a:gd name="connsiteY47" fmla="*/ 1019175 h 2047875"/>
              <a:gd name="connsiteX48" fmla="*/ 823690 w 1158268"/>
              <a:gd name="connsiteY48" fmla="*/ 1000125 h 2047875"/>
              <a:gd name="connsiteX49" fmla="*/ 852265 w 1158268"/>
              <a:gd name="connsiteY49" fmla="*/ 981075 h 2047875"/>
              <a:gd name="connsiteX50" fmla="*/ 880840 w 1158268"/>
              <a:gd name="connsiteY50" fmla="*/ 971550 h 2047875"/>
              <a:gd name="connsiteX51" fmla="*/ 918940 w 1158268"/>
              <a:gd name="connsiteY51" fmla="*/ 952500 h 2047875"/>
              <a:gd name="connsiteX52" fmla="*/ 937990 w 1158268"/>
              <a:gd name="connsiteY52" fmla="*/ 923925 h 2047875"/>
              <a:gd name="connsiteX53" fmla="*/ 1014190 w 1158268"/>
              <a:gd name="connsiteY53" fmla="*/ 876300 h 2047875"/>
              <a:gd name="connsiteX54" fmla="*/ 1023715 w 1158268"/>
              <a:gd name="connsiteY54" fmla="*/ 847725 h 2047875"/>
              <a:gd name="connsiteX55" fmla="*/ 985615 w 1158268"/>
              <a:gd name="connsiteY55" fmla="*/ 790575 h 2047875"/>
              <a:gd name="connsiteX56" fmla="*/ 957040 w 1158268"/>
              <a:gd name="connsiteY56" fmla="*/ 781050 h 2047875"/>
              <a:gd name="connsiteX57" fmla="*/ 823690 w 1158268"/>
              <a:gd name="connsiteY57" fmla="*/ 742950 h 2047875"/>
              <a:gd name="connsiteX58" fmla="*/ 718915 w 1158268"/>
              <a:gd name="connsiteY58" fmla="*/ 733425 h 2047875"/>
              <a:gd name="connsiteX59" fmla="*/ 595090 w 1158268"/>
              <a:gd name="connsiteY59" fmla="*/ 723900 h 2047875"/>
              <a:gd name="connsiteX60" fmla="*/ 271240 w 1158268"/>
              <a:gd name="connsiteY60" fmla="*/ 742950 h 2047875"/>
              <a:gd name="connsiteX61" fmla="*/ 233140 w 1158268"/>
              <a:gd name="connsiteY61" fmla="*/ 762000 h 2047875"/>
              <a:gd name="connsiteX62" fmla="*/ 204565 w 1158268"/>
              <a:gd name="connsiteY62" fmla="*/ 771525 h 2047875"/>
              <a:gd name="connsiteX63" fmla="*/ 175990 w 1158268"/>
              <a:gd name="connsiteY63" fmla="*/ 800100 h 2047875"/>
              <a:gd name="connsiteX64" fmla="*/ 128365 w 1158268"/>
              <a:gd name="connsiteY64" fmla="*/ 857250 h 2047875"/>
              <a:gd name="connsiteX65" fmla="*/ 61690 w 1158268"/>
              <a:gd name="connsiteY65" fmla="*/ 904875 h 2047875"/>
              <a:gd name="connsiteX66" fmla="*/ 52165 w 1158268"/>
              <a:gd name="connsiteY66" fmla="*/ 933450 h 2047875"/>
              <a:gd name="connsiteX67" fmla="*/ 33115 w 1158268"/>
              <a:gd name="connsiteY67" fmla="*/ 971550 h 2047875"/>
              <a:gd name="connsiteX68" fmla="*/ 23590 w 1158268"/>
              <a:gd name="connsiteY68" fmla="*/ 1047750 h 2047875"/>
              <a:gd name="connsiteX69" fmla="*/ 33115 w 1158268"/>
              <a:gd name="connsiteY69" fmla="*/ 1266825 h 2047875"/>
              <a:gd name="connsiteX70" fmla="*/ 52165 w 1158268"/>
              <a:gd name="connsiteY70" fmla="*/ 1295400 h 2047875"/>
              <a:gd name="connsiteX71" fmla="*/ 90265 w 1158268"/>
              <a:gd name="connsiteY71" fmla="*/ 1362075 h 2047875"/>
              <a:gd name="connsiteX72" fmla="*/ 128365 w 1158268"/>
              <a:gd name="connsiteY72" fmla="*/ 1381125 h 2047875"/>
              <a:gd name="connsiteX73" fmla="*/ 195040 w 1158268"/>
              <a:gd name="connsiteY73" fmla="*/ 1428750 h 2047875"/>
              <a:gd name="connsiteX74" fmla="*/ 290290 w 1158268"/>
              <a:gd name="connsiteY74" fmla="*/ 1457325 h 2047875"/>
              <a:gd name="connsiteX75" fmla="*/ 337915 w 1158268"/>
              <a:gd name="connsiteY75" fmla="*/ 1466850 h 2047875"/>
              <a:gd name="connsiteX76" fmla="*/ 395065 w 1158268"/>
              <a:gd name="connsiteY76" fmla="*/ 1485900 h 2047875"/>
              <a:gd name="connsiteX77" fmla="*/ 804640 w 1158268"/>
              <a:gd name="connsiteY77" fmla="*/ 1476375 h 2047875"/>
              <a:gd name="connsiteX78" fmla="*/ 918940 w 1158268"/>
              <a:gd name="connsiteY78" fmla="*/ 1447800 h 2047875"/>
              <a:gd name="connsiteX79" fmla="*/ 995140 w 1158268"/>
              <a:gd name="connsiteY79" fmla="*/ 1409700 h 2047875"/>
              <a:gd name="connsiteX80" fmla="*/ 1071340 w 1158268"/>
              <a:gd name="connsiteY80" fmla="*/ 1390650 h 2047875"/>
              <a:gd name="connsiteX81" fmla="*/ 1138015 w 1158268"/>
              <a:gd name="connsiteY81" fmla="*/ 1352550 h 2047875"/>
              <a:gd name="connsiteX82" fmla="*/ 1147540 w 1158268"/>
              <a:gd name="connsiteY82" fmla="*/ 1276350 h 2047875"/>
              <a:gd name="connsiteX83" fmla="*/ 1118965 w 1158268"/>
              <a:gd name="connsiteY83" fmla="*/ 1257300 h 2047875"/>
              <a:gd name="connsiteX84" fmla="*/ 1023715 w 1158268"/>
              <a:gd name="connsiteY84" fmla="*/ 1238250 h 2047875"/>
              <a:gd name="connsiteX85" fmla="*/ 709390 w 1158268"/>
              <a:gd name="connsiteY85" fmla="*/ 1219200 h 2047875"/>
              <a:gd name="connsiteX86" fmla="*/ 156940 w 1158268"/>
              <a:gd name="connsiteY86" fmla="*/ 1209675 h 2047875"/>
              <a:gd name="connsiteX87" fmla="*/ 128365 w 1158268"/>
              <a:gd name="connsiteY87" fmla="*/ 1247775 h 2047875"/>
              <a:gd name="connsiteX88" fmla="*/ 128365 w 1158268"/>
              <a:gd name="connsiteY88" fmla="*/ 1533525 h 2047875"/>
              <a:gd name="connsiteX89" fmla="*/ 175990 w 1158268"/>
              <a:gd name="connsiteY89" fmla="*/ 1609725 h 2047875"/>
              <a:gd name="connsiteX90" fmla="*/ 214090 w 1158268"/>
              <a:gd name="connsiteY90" fmla="*/ 1695450 h 2047875"/>
              <a:gd name="connsiteX91" fmla="*/ 233140 w 1158268"/>
              <a:gd name="connsiteY91" fmla="*/ 1733550 h 2047875"/>
              <a:gd name="connsiteX92" fmla="*/ 261715 w 1158268"/>
              <a:gd name="connsiteY92" fmla="*/ 1762125 h 2047875"/>
              <a:gd name="connsiteX93" fmla="*/ 299815 w 1158268"/>
              <a:gd name="connsiteY93" fmla="*/ 1819275 h 2047875"/>
              <a:gd name="connsiteX94" fmla="*/ 318865 w 1158268"/>
              <a:gd name="connsiteY94" fmla="*/ 1857375 h 2047875"/>
              <a:gd name="connsiteX95" fmla="*/ 356965 w 1158268"/>
              <a:gd name="connsiteY95" fmla="*/ 1885950 h 2047875"/>
              <a:gd name="connsiteX96" fmla="*/ 423640 w 1158268"/>
              <a:gd name="connsiteY96" fmla="*/ 1933575 h 2047875"/>
              <a:gd name="connsiteX97" fmla="*/ 480790 w 1158268"/>
              <a:gd name="connsiteY97" fmla="*/ 1971675 h 2047875"/>
              <a:gd name="connsiteX98" fmla="*/ 518890 w 1158268"/>
              <a:gd name="connsiteY98" fmla="*/ 1981200 h 2047875"/>
              <a:gd name="connsiteX99" fmla="*/ 576040 w 1158268"/>
              <a:gd name="connsiteY99" fmla="*/ 2000250 h 2047875"/>
              <a:gd name="connsiteX100" fmla="*/ 633190 w 1158268"/>
              <a:gd name="connsiteY100" fmla="*/ 2009775 h 2047875"/>
              <a:gd name="connsiteX101" fmla="*/ 671290 w 1158268"/>
              <a:gd name="connsiteY101" fmla="*/ 2028825 h 2047875"/>
              <a:gd name="connsiteX102" fmla="*/ 852265 w 1158268"/>
              <a:gd name="connsiteY102" fmla="*/ 2047875 h 2047875"/>
              <a:gd name="connsiteX103" fmla="*/ 1033240 w 1158268"/>
              <a:gd name="connsiteY103" fmla="*/ 2000250 h 2047875"/>
              <a:gd name="connsiteX104" fmla="*/ 1042765 w 1158268"/>
              <a:gd name="connsiteY104" fmla="*/ 1971675 h 2047875"/>
              <a:gd name="connsiteX105" fmla="*/ 1033240 w 1158268"/>
              <a:gd name="connsiteY105" fmla="*/ 1819275 h 2047875"/>
              <a:gd name="connsiteX106" fmla="*/ 976090 w 1158268"/>
              <a:gd name="connsiteY106" fmla="*/ 1790700 h 2047875"/>
              <a:gd name="connsiteX107" fmla="*/ 899890 w 1158268"/>
              <a:gd name="connsiteY107" fmla="*/ 1762125 h 2047875"/>
              <a:gd name="connsiteX108" fmla="*/ 804640 w 1158268"/>
              <a:gd name="connsiteY108" fmla="*/ 1733550 h 2047875"/>
              <a:gd name="connsiteX109" fmla="*/ 671290 w 1158268"/>
              <a:gd name="connsiteY109" fmla="*/ 1724025 h 2047875"/>
              <a:gd name="connsiteX110" fmla="*/ 233140 w 1158268"/>
              <a:gd name="connsiteY110" fmla="*/ 1733550 h 2047875"/>
              <a:gd name="connsiteX111" fmla="*/ 214090 w 1158268"/>
              <a:gd name="connsiteY111" fmla="*/ 1762125 h 2047875"/>
              <a:gd name="connsiteX112" fmla="*/ 195040 w 1158268"/>
              <a:gd name="connsiteY112" fmla="*/ 1819275 h 2047875"/>
              <a:gd name="connsiteX113" fmla="*/ 166465 w 1158268"/>
              <a:gd name="connsiteY113" fmla="*/ 1876425 h 2047875"/>
              <a:gd name="connsiteX114" fmla="*/ 156940 w 1158268"/>
              <a:gd name="connsiteY114" fmla="*/ 1876425 h 204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158268" h="2047875">
                <a:moveTo>
                  <a:pt x="899890" y="9525"/>
                </a:moveTo>
                <a:cubicBezTo>
                  <a:pt x="884015" y="6350"/>
                  <a:pt x="868454" y="0"/>
                  <a:pt x="852265" y="0"/>
                </a:cubicBezTo>
                <a:cubicBezTo>
                  <a:pt x="661739" y="0"/>
                  <a:pt x="471117" y="1367"/>
                  <a:pt x="280765" y="9525"/>
                </a:cubicBezTo>
                <a:cubicBezTo>
                  <a:pt x="254675" y="10643"/>
                  <a:pt x="183775" y="29010"/>
                  <a:pt x="147415" y="38100"/>
                </a:cubicBezTo>
                <a:cubicBezTo>
                  <a:pt x="134715" y="47625"/>
                  <a:pt x="122233" y="57448"/>
                  <a:pt x="109315" y="66675"/>
                </a:cubicBezTo>
                <a:cubicBezTo>
                  <a:pt x="100000" y="73329"/>
                  <a:pt x="88835" y="77630"/>
                  <a:pt x="80740" y="85725"/>
                </a:cubicBezTo>
                <a:cubicBezTo>
                  <a:pt x="72645" y="93820"/>
                  <a:pt x="69019" y="105506"/>
                  <a:pt x="61690" y="114300"/>
                </a:cubicBezTo>
                <a:cubicBezTo>
                  <a:pt x="574" y="187639"/>
                  <a:pt x="61363" y="100504"/>
                  <a:pt x="14065" y="171450"/>
                </a:cubicBezTo>
                <a:cubicBezTo>
                  <a:pt x="17240" y="225425"/>
                  <a:pt x="12986" y="280357"/>
                  <a:pt x="23590" y="333375"/>
                </a:cubicBezTo>
                <a:cubicBezTo>
                  <a:pt x="26232" y="346584"/>
                  <a:pt x="41532" y="353680"/>
                  <a:pt x="52165" y="361950"/>
                </a:cubicBezTo>
                <a:cubicBezTo>
                  <a:pt x="70237" y="376006"/>
                  <a:pt x="88837" y="389811"/>
                  <a:pt x="109315" y="400050"/>
                </a:cubicBezTo>
                <a:cubicBezTo>
                  <a:pt x="165376" y="428080"/>
                  <a:pt x="133945" y="414610"/>
                  <a:pt x="204565" y="438150"/>
                </a:cubicBezTo>
                <a:cubicBezTo>
                  <a:pt x="214090" y="441325"/>
                  <a:pt x="224786" y="442106"/>
                  <a:pt x="233140" y="447675"/>
                </a:cubicBezTo>
                <a:cubicBezTo>
                  <a:pt x="242665" y="454025"/>
                  <a:pt x="251254" y="462076"/>
                  <a:pt x="261715" y="466725"/>
                </a:cubicBezTo>
                <a:cubicBezTo>
                  <a:pt x="280065" y="474880"/>
                  <a:pt x="299815" y="479425"/>
                  <a:pt x="318865" y="485775"/>
                </a:cubicBezTo>
                <a:cubicBezTo>
                  <a:pt x="328390" y="488950"/>
                  <a:pt x="337700" y="492865"/>
                  <a:pt x="347440" y="495300"/>
                </a:cubicBezTo>
                <a:cubicBezTo>
                  <a:pt x="360140" y="498475"/>
                  <a:pt x="372761" y="501985"/>
                  <a:pt x="385540" y="504825"/>
                </a:cubicBezTo>
                <a:cubicBezTo>
                  <a:pt x="425478" y="513700"/>
                  <a:pt x="448958" y="516982"/>
                  <a:pt x="490315" y="523875"/>
                </a:cubicBezTo>
                <a:cubicBezTo>
                  <a:pt x="591915" y="520700"/>
                  <a:pt x="693631" y="520149"/>
                  <a:pt x="795115" y="514350"/>
                </a:cubicBezTo>
                <a:cubicBezTo>
                  <a:pt x="805139" y="513777"/>
                  <a:pt x="814036" y="507583"/>
                  <a:pt x="823690" y="504825"/>
                </a:cubicBezTo>
                <a:cubicBezTo>
                  <a:pt x="836277" y="501229"/>
                  <a:pt x="849533" y="499897"/>
                  <a:pt x="861790" y="495300"/>
                </a:cubicBezTo>
                <a:cubicBezTo>
                  <a:pt x="1050111" y="424680"/>
                  <a:pt x="786547" y="514031"/>
                  <a:pt x="928465" y="466725"/>
                </a:cubicBezTo>
                <a:cubicBezTo>
                  <a:pt x="934815" y="457200"/>
                  <a:pt x="946564" y="449558"/>
                  <a:pt x="947515" y="438150"/>
                </a:cubicBezTo>
                <a:cubicBezTo>
                  <a:pt x="949903" y="409498"/>
                  <a:pt x="948668" y="379119"/>
                  <a:pt x="937990" y="352425"/>
                </a:cubicBezTo>
                <a:cubicBezTo>
                  <a:pt x="934261" y="343103"/>
                  <a:pt x="918395" y="347390"/>
                  <a:pt x="909415" y="342900"/>
                </a:cubicBezTo>
                <a:cubicBezTo>
                  <a:pt x="842449" y="309417"/>
                  <a:pt x="929790" y="332008"/>
                  <a:pt x="823690" y="314325"/>
                </a:cubicBezTo>
                <a:cubicBezTo>
                  <a:pt x="810990" y="304800"/>
                  <a:pt x="799789" y="292850"/>
                  <a:pt x="785590" y="285750"/>
                </a:cubicBezTo>
                <a:cubicBezTo>
                  <a:pt x="740349" y="263129"/>
                  <a:pt x="702228" y="263424"/>
                  <a:pt x="652240" y="257175"/>
                </a:cubicBezTo>
                <a:cubicBezTo>
                  <a:pt x="642715" y="250825"/>
                  <a:pt x="635110" y="238359"/>
                  <a:pt x="623665" y="238125"/>
                </a:cubicBezTo>
                <a:cubicBezTo>
                  <a:pt x="220036" y="229888"/>
                  <a:pt x="316598" y="203956"/>
                  <a:pt x="128365" y="266700"/>
                </a:cubicBezTo>
                <a:cubicBezTo>
                  <a:pt x="110420" y="284645"/>
                  <a:pt x="91349" y="299980"/>
                  <a:pt x="80740" y="323850"/>
                </a:cubicBezTo>
                <a:cubicBezTo>
                  <a:pt x="72585" y="342200"/>
                  <a:pt x="68040" y="361950"/>
                  <a:pt x="61690" y="381000"/>
                </a:cubicBezTo>
                <a:cubicBezTo>
                  <a:pt x="58515" y="390525"/>
                  <a:pt x="57734" y="401221"/>
                  <a:pt x="52165" y="409575"/>
                </a:cubicBezTo>
                <a:lnTo>
                  <a:pt x="14065" y="466725"/>
                </a:lnTo>
                <a:cubicBezTo>
                  <a:pt x="-6560" y="569848"/>
                  <a:pt x="-5416" y="540339"/>
                  <a:pt x="23590" y="714375"/>
                </a:cubicBezTo>
                <a:cubicBezTo>
                  <a:pt x="25472" y="725667"/>
                  <a:pt x="36960" y="733011"/>
                  <a:pt x="42640" y="742950"/>
                </a:cubicBezTo>
                <a:cubicBezTo>
                  <a:pt x="49685" y="755278"/>
                  <a:pt x="54385" y="768874"/>
                  <a:pt x="61690" y="781050"/>
                </a:cubicBezTo>
                <a:cubicBezTo>
                  <a:pt x="73470" y="800683"/>
                  <a:pt x="80740" y="825500"/>
                  <a:pt x="99790" y="838200"/>
                </a:cubicBezTo>
                <a:cubicBezTo>
                  <a:pt x="109315" y="844550"/>
                  <a:pt x="119571" y="849921"/>
                  <a:pt x="128365" y="857250"/>
                </a:cubicBezTo>
                <a:cubicBezTo>
                  <a:pt x="175931" y="896888"/>
                  <a:pt x="135297" y="878611"/>
                  <a:pt x="185515" y="895350"/>
                </a:cubicBezTo>
                <a:cubicBezTo>
                  <a:pt x="198215" y="904875"/>
                  <a:pt x="209416" y="916825"/>
                  <a:pt x="223615" y="923925"/>
                </a:cubicBezTo>
                <a:cubicBezTo>
                  <a:pt x="241576" y="932905"/>
                  <a:pt x="280765" y="942975"/>
                  <a:pt x="280765" y="942975"/>
                </a:cubicBezTo>
                <a:cubicBezTo>
                  <a:pt x="290290" y="952500"/>
                  <a:pt x="297565" y="965008"/>
                  <a:pt x="309340" y="971550"/>
                </a:cubicBezTo>
                <a:cubicBezTo>
                  <a:pt x="326893" y="981302"/>
                  <a:pt x="347440" y="984250"/>
                  <a:pt x="366490" y="990600"/>
                </a:cubicBezTo>
                <a:lnTo>
                  <a:pt x="395065" y="1000125"/>
                </a:lnTo>
                <a:cubicBezTo>
                  <a:pt x="404590" y="1003300"/>
                  <a:pt x="413701" y="1008230"/>
                  <a:pt x="423640" y="1009650"/>
                </a:cubicBezTo>
                <a:cubicBezTo>
                  <a:pt x="503274" y="1021026"/>
                  <a:pt x="468535" y="1013730"/>
                  <a:pt x="528415" y="1028700"/>
                </a:cubicBezTo>
                <a:cubicBezTo>
                  <a:pt x="598265" y="1025525"/>
                  <a:pt x="668234" y="1024340"/>
                  <a:pt x="737965" y="1019175"/>
                </a:cubicBezTo>
                <a:cubicBezTo>
                  <a:pt x="755149" y="1017902"/>
                  <a:pt x="804879" y="1004828"/>
                  <a:pt x="823690" y="1000125"/>
                </a:cubicBezTo>
                <a:cubicBezTo>
                  <a:pt x="833215" y="993775"/>
                  <a:pt x="842026" y="986195"/>
                  <a:pt x="852265" y="981075"/>
                </a:cubicBezTo>
                <a:cubicBezTo>
                  <a:pt x="861245" y="976585"/>
                  <a:pt x="871612" y="975505"/>
                  <a:pt x="880840" y="971550"/>
                </a:cubicBezTo>
                <a:cubicBezTo>
                  <a:pt x="893891" y="965957"/>
                  <a:pt x="906240" y="958850"/>
                  <a:pt x="918940" y="952500"/>
                </a:cubicBezTo>
                <a:cubicBezTo>
                  <a:pt x="925290" y="942975"/>
                  <a:pt x="928675" y="930579"/>
                  <a:pt x="937990" y="923925"/>
                </a:cubicBezTo>
                <a:cubicBezTo>
                  <a:pt x="1064267" y="833727"/>
                  <a:pt x="921413" y="969077"/>
                  <a:pt x="1014190" y="876300"/>
                </a:cubicBezTo>
                <a:cubicBezTo>
                  <a:pt x="1017365" y="866775"/>
                  <a:pt x="1023715" y="857765"/>
                  <a:pt x="1023715" y="847725"/>
                </a:cubicBezTo>
                <a:cubicBezTo>
                  <a:pt x="1023715" y="824424"/>
                  <a:pt x="1002795" y="802029"/>
                  <a:pt x="985615" y="790575"/>
                </a:cubicBezTo>
                <a:cubicBezTo>
                  <a:pt x="977261" y="785006"/>
                  <a:pt x="966268" y="785005"/>
                  <a:pt x="957040" y="781050"/>
                </a:cubicBezTo>
                <a:cubicBezTo>
                  <a:pt x="882790" y="749228"/>
                  <a:pt x="949259" y="760888"/>
                  <a:pt x="823690" y="742950"/>
                </a:cubicBezTo>
                <a:cubicBezTo>
                  <a:pt x="788973" y="737990"/>
                  <a:pt x="753863" y="736337"/>
                  <a:pt x="718915" y="733425"/>
                </a:cubicBezTo>
                <a:lnTo>
                  <a:pt x="595090" y="723900"/>
                </a:lnTo>
                <a:cubicBezTo>
                  <a:pt x="487140" y="730250"/>
                  <a:pt x="378782" y="731630"/>
                  <a:pt x="271240" y="742950"/>
                </a:cubicBezTo>
                <a:cubicBezTo>
                  <a:pt x="257119" y="744436"/>
                  <a:pt x="246191" y="756407"/>
                  <a:pt x="233140" y="762000"/>
                </a:cubicBezTo>
                <a:cubicBezTo>
                  <a:pt x="223912" y="765955"/>
                  <a:pt x="214090" y="768350"/>
                  <a:pt x="204565" y="771525"/>
                </a:cubicBezTo>
                <a:cubicBezTo>
                  <a:pt x="195040" y="781050"/>
                  <a:pt x="184614" y="789752"/>
                  <a:pt x="175990" y="800100"/>
                </a:cubicBezTo>
                <a:cubicBezTo>
                  <a:pt x="151418" y="829586"/>
                  <a:pt x="162740" y="832696"/>
                  <a:pt x="128365" y="857250"/>
                </a:cubicBezTo>
                <a:cubicBezTo>
                  <a:pt x="40606" y="919935"/>
                  <a:pt x="135986" y="830579"/>
                  <a:pt x="61690" y="904875"/>
                </a:cubicBezTo>
                <a:cubicBezTo>
                  <a:pt x="58515" y="914400"/>
                  <a:pt x="56120" y="924222"/>
                  <a:pt x="52165" y="933450"/>
                </a:cubicBezTo>
                <a:cubicBezTo>
                  <a:pt x="46572" y="946501"/>
                  <a:pt x="36559" y="957775"/>
                  <a:pt x="33115" y="971550"/>
                </a:cubicBezTo>
                <a:cubicBezTo>
                  <a:pt x="26907" y="996383"/>
                  <a:pt x="26765" y="1022350"/>
                  <a:pt x="23590" y="1047750"/>
                </a:cubicBezTo>
                <a:cubicBezTo>
                  <a:pt x="26765" y="1120775"/>
                  <a:pt x="24737" y="1194213"/>
                  <a:pt x="33115" y="1266825"/>
                </a:cubicBezTo>
                <a:cubicBezTo>
                  <a:pt x="34427" y="1278197"/>
                  <a:pt x="46485" y="1285461"/>
                  <a:pt x="52165" y="1295400"/>
                </a:cubicBezTo>
                <a:cubicBezTo>
                  <a:pt x="58637" y="1306726"/>
                  <a:pt x="77607" y="1351527"/>
                  <a:pt x="90265" y="1362075"/>
                </a:cubicBezTo>
                <a:cubicBezTo>
                  <a:pt x="101173" y="1371165"/>
                  <a:pt x="116324" y="1373600"/>
                  <a:pt x="128365" y="1381125"/>
                </a:cubicBezTo>
                <a:cubicBezTo>
                  <a:pt x="137025" y="1386537"/>
                  <a:pt x="181090" y="1422550"/>
                  <a:pt x="195040" y="1428750"/>
                </a:cubicBezTo>
                <a:cubicBezTo>
                  <a:pt x="218784" y="1439303"/>
                  <a:pt x="262583" y="1451168"/>
                  <a:pt x="290290" y="1457325"/>
                </a:cubicBezTo>
                <a:cubicBezTo>
                  <a:pt x="306094" y="1460837"/>
                  <a:pt x="322296" y="1462590"/>
                  <a:pt x="337915" y="1466850"/>
                </a:cubicBezTo>
                <a:cubicBezTo>
                  <a:pt x="357288" y="1472134"/>
                  <a:pt x="376015" y="1479550"/>
                  <a:pt x="395065" y="1485900"/>
                </a:cubicBezTo>
                <a:lnTo>
                  <a:pt x="804640" y="1476375"/>
                </a:lnTo>
                <a:cubicBezTo>
                  <a:pt x="834159" y="1475170"/>
                  <a:pt x="892792" y="1460874"/>
                  <a:pt x="918940" y="1447800"/>
                </a:cubicBezTo>
                <a:cubicBezTo>
                  <a:pt x="944340" y="1435100"/>
                  <a:pt x="967293" y="1415269"/>
                  <a:pt x="995140" y="1409700"/>
                </a:cubicBezTo>
                <a:cubicBezTo>
                  <a:pt x="1023093" y="1404109"/>
                  <a:pt x="1045712" y="1401633"/>
                  <a:pt x="1071340" y="1390650"/>
                </a:cubicBezTo>
                <a:cubicBezTo>
                  <a:pt x="1105177" y="1376148"/>
                  <a:pt x="1109317" y="1371682"/>
                  <a:pt x="1138015" y="1352550"/>
                </a:cubicBezTo>
                <a:cubicBezTo>
                  <a:pt x="1152872" y="1322836"/>
                  <a:pt x="1169772" y="1309698"/>
                  <a:pt x="1147540" y="1276350"/>
                </a:cubicBezTo>
                <a:cubicBezTo>
                  <a:pt x="1141190" y="1266825"/>
                  <a:pt x="1129487" y="1261809"/>
                  <a:pt x="1118965" y="1257300"/>
                </a:cubicBezTo>
                <a:cubicBezTo>
                  <a:pt x="1103111" y="1250505"/>
                  <a:pt x="1033317" y="1238989"/>
                  <a:pt x="1023715" y="1238250"/>
                </a:cubicBezTo>
                <a:cubicBezTo>
                  <a:pt x="919057" y="1230199"/>
                  <a:pt x="709390" y="1219200"/>
                  <a:pt x="709390" y="1219200"/>
                </a:cubicBezTo>
                <a:cubicBezTo>
                  <a:pt x="487971" y="1185135"/>
                  <a:pt x="477925" y="1176239"/>
                  <a:pt x="156940" y="1209675"/>
                </a:cubicBezTo>
                <a:cubicBezTo>
                  <a:pt x="141150" y="1211320"/>
                  <a:pt x="137890" y="1235075"/>
                  <a:pt x="128365" y="1247775"/>
                </a:cubicBezTo>
                <a:cubicBezTo>
                  <a:pt x="106163" y="1358785"/>
                  <a:pt x="103952" y="1350428"/>
                  <a:pt x="128365" y="1533525"/>
                </a:cubicBezTo>
                <a:cubicBezTo>
                  <a:pt x="129322" y="1540705"/>
                  <a:pt x="167390" y="1596825"/>
                  <a:pt x="175990" y="1609725"/>
                </a:cubicBezTo>
                <a:cubicBezTo>
                  <a:pt x="191518" y="1671838"/>
                  <a:pt x="176640" y="1628040"/>
                  <a:pt x="214090" y="1695450"/>
                </a:cubicBezTo>
                <a:cubicBezTo>
                  <a:pt x="220986" y="1707862"/>
                  <a:pt x="224887" y="1721996"/>
                  <a:pt x="233140" y="1733550"/>
                </a:cubicBezTo>
                <a:cubicBezTo>
                  <a:pt x="240970" y="1744511"/>
                  <a:pt x="253445" y="1751492"/>
                  <a:pt x="261715" y="1762125"/>
                </a:cubicBezTo>
                <a:cubicBezTo>
                  <a:pt x="275771" y="1780197"/>
                  <a:pt x="289576" y="1798797"/>
                  <a:pt x="299815" y="1819275"/>
                </a:cubicBezTo>
                <a:cubicBezTo>
                  <a:pt x="306165" y="1831975"/>
                  <a:pt x="309624" y="1846594"/>
                  <a:pt x="318865" y="1857375"/>
                </a:cubicBezTo>
                <a:cubicBezTo>
                  <a:pt x="329196" y="1869428"/>
                  <a:pt x="344912" y="1875619"/>
                  <a:pt x="356965" y="1885950"/>
                </a:cubicBezTo>
                <a:cubicBezTo>
                  <a:pt x="435534" y="1953295"/>
                  <a:pt x="331376" y="1878217"/>
                  <a:pt x="423640" y="1933575"/>
                </a:cubicBezTo>
                <a:cubicBezTo>
                  <a:pt x="443273" y="1945355"/>
                  <a:pt x="458578" y="1966122"/>
                  <a:pt x="480790" y="1971675"/>
                </a:cubicBezTo>
                <a:cubicBezTo>
                  <a:pt x="493490" y="1974850"/>
                  <a:pt x="506351" y="1977438"/>
                  <a:pt x="518890" y="1981200"/>
                </a:cubicBezTo>
                <a:cubicBezTo>
                  <a:pt x="538124" y="1986970"/>
                  <a:pt x="556233" y="1996949"/>
                  <a:pt x="576040" y="2000250"/>
                </a:cubicBezTo>
                <a:lnTo>
                  <a:pt x="633190" y="2009775"/>
                </a:lnTo>
                <a:cubicBezTo>
                  <a:pt x="645890" y="2016125"/>
                  <a:pt x="657690" y="2024745"/>
                  <a:pt x="671290" y="2028825"/>
                </a:cubicBezTo>
                <a:cubicBezTo>
                  <a:pt x="710709" y="2040651"/>
                  <a:pt x="834718" y="2046525"/>
                  <a:pt x="852265" y="2047875"/>
                </a:cubicBezTo>
                <a:cubicBezTo>
                  <a:pt x="913151" y="2039757"/>
                  <a:pt x="988992" y="2053348"/>
                  <a:pt x="1033240" y="2000250"/>
                </a:cubicBezTo>
                <a:cubicBezTo>
                  <a:pt x="1039668" y="1992537"/>
                  <a:pt x="1039590" y="1981200"/>
                  <a:pt x="1042765" y="1971675"/>
                </a:cubicBezTo>
                <a:cubicBezTo>
                  <a:pt x="1039590" y="1920875"/>
                  <a:pt x="1044282" y="1868962"/>
                  <a:pt x="1033240" y="1819275"/>
                </a:cubicBezTo>
                <a:cubicBezTo>
                  <a:pt x="1030029" y="1804824"/>
                  <a:pt x="985953" y="1794927"/>
                  <a:pt x="976090" y="1790700"/>
                </a:cubicBezTo>
                <a:cubicBezTo>
                  <a:pt x="839691" y="1732243"/>
                  <a:pt x="1031597" y="1806027"/>
                  <a:pt x="899890" y="1762125"/>
                </a:cubicBezTo>
                <a:cubicBezTo>
                  <a:pt x="847167" y="1744551"/>
                  <a:pt x="859626" y="1739338"/>
                  <a:pt x="804640" y="1733550"/>
                </a:cubicBezTo>
                <a:cubicBezTo>
                  <a:pt x="760322" y="1728885"/>
                  <a:pt x="715740" y="1727200"/>
                  <a:pt x="671290" y="1724025"/>
                </a:cubicBezTo>
                <a:cubicBezTo>
                  <a:pt x="525240" y="1727200"/>
                  <a:pt x="378720" y="1721418"/>
                  <a:pt x="233140" y="1733550"/>
                </a:cubicBezTo>
                <a:cubicBezTo>
                  <a:pt x="221732" y="1734501"/>
                  <a:pt x="218739" y="1751664"/>
                  <a:pt x="214090" y="1762125"/>
                </a:cubicBezTo>
                <a:cubicBezTo>
                  <a:pt x="205935" y="1780475"/>
                  <a:pt x="201390" y="1800225"/>
                  <a:pt x="195040" y="1819275"/>
                </a:cubicBezTo>
                <a:cubicBezTo>
                  <a:pt x="187293" y="1842516"/>
                  <a:pt x="184929" y="1857961"/>
                  <a:pt x="166465" y="1876425"/>
                </a:cubicBezTo>
                <a:cubicBezTo>
                  <a:pt x="164220" y="1878670"/>
                  <a:pt x="160115" y="1876425"/>
                  <a:pt x="156940" y="1876425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33"/>
          <p:cNvSpPr/>
          <p:nvPr/>
        </p:nvSpPr>
        <p:spPr>
          <a:xfrm>
            <a:off x="9658346" y="1600201"/>
            <a:ext cx="1971675" cy="237490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5" name="Conector reto 34"/>
          <p:cNvCxnSpPr>
            <a:stCxn id="34" idx="1"/>
            <a:endCxn id="34" idx="3"/>
          </p:cNvCxnSpPr>
          <p:nvPr/>
        </p:nvCxnSpPr>
        <p:spPr>
          <a:xfrm>
            <a:off x="9658346" y="2787651"/>
            <a:ext cx="1971675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tângulo de cantos arredondados 36"/>
          <p:cNvSpPr/>
          <p:nvPr/>
        </p:nvSpPr>
        <p:spPr>
          <a:xfrm>
            <a:off x="6800848" y="3457575"/>
            <a:ext cx="581027" cy="20955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 de cantos arredondados 37"/>
          <p:cNvSpPr/>
          <p:nvPr/>
        </p:nvSpPr>
        <p:spPr>
          <a:xfrm>
            <a:off x="9053508" y="3460749"/>
            <a:ext cx="581027" cy="20955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de cantos arredondados 38"/>
          <p:cNvSpPr/>
          <p:nvPr/>
        </p:nvSpPr>
        <p:spPr>
          <a:xfrm>
            <a:off x="3338508" y="3460749"/>
            <a:ext cx="581027" cy="20955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 de cantos arredondados 39"/>
          <p:cNvSpPr/>
          <p:nvPr/>
        </p:nvSpPr>
        <p:spPr>
          <a:xfrm>
            <a:off x="604833" y="3470274"/>
            <a:ext cx="581027" cy="20955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7423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267" y="66033"/>
            <a:ext cx="6871800" cy="6871800"/>
          </a:xfrm>
          <a:prstGeom prst="rect">
            <a:avLst/>
          </a:prstGeom>
        </p:spPr>
      </p:pic>
      <p:cxnSp>
        <p:nvCxnSpPr>
          <p:cNvPr id="6" name="Conector reto 5"/>
          <p:cNvCxnSpPr/>
          <p:nvPr/>
        </p:nvCxnSpPr>
        <p:spPr>
          <a:xfrm>
            <a:off x="2763267" y="6858000"/>
            <a:ext cx="589813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/>
          <p:nvPr/>
        </p:nvCxnSpPr>
        <p:spPr>
          <a:xfrm>
            <a:off x="3064933" y="694267"/>
            <a:ext cx="0" cy="603673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Conector de seta reta 8"/>
          <p:cNvCxnSpPr/>
          <p:nvPr/>
        </p:nvCxnSpPr>
        <p:spPr>
          <a:xfrm>
            <a:off x="4339167" y="1666874"/>
            <a:ext cx="0" cy="506412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/>
          <p:nvPr/>
        </p:nvCxnSpPr>
        <p:spPr>
          <a:xfrm>
            <a:off x="5263092" y="2647950"/>
            <a:ext cx="0" cy="408305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/>
          <p:nvPr/>
        </p:nvCxnSpPr>
        <p:spPr>
          <a:xfrm>
            <a:off x="6284892" y="3790950"/>
            <a:ext cx="0" cy="294005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/>
          <p:nvPr/>
        </p:nvCxnSpPr>
        <p:spPr>
          <a:xfrm>
            <a:off x="7227867" y="4819650"/>
            <a:ext cx="0" cy="191135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/>
          <p:nvPr/>
        </p:nvCxnSpPr>
        <p:spPr>
          <a:xfrm>
            <a:off x="8370867" y="5981700"/>
            <a:ext cx="0" cy="7493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/>
          <p:nvPr/>
        </p:nvCxnSpPr>
        <p:spPr>
          <a:xfrm flipV="1">
            <a:off x="4086225" y="1666874"/>
            <a:ext cx="0" cy="50641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Conector de seta reta 44"/>
          <p:cNvCxnSpPr/>
          <p:nvPr/>
        </p:nvCxnSpPr>
        <p:spPr>
          <a:xfrm flipV="1">
            <a:off x="5095875" y="2647950"/>
            <a:ext cx="0" cy="40830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7" name="Conector de seta reta 46"/>
          <p:cNvCxnSpPr/>
          <p:nvPr/>
        </p:nvCxnSpPr>
        <p:spPr>
          <a:xfrm flipV="1">
            <a:off x="6105525" y="3790950"/>
            <a:ext cx="0" cy="29400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/>
          <p:nvPr/>
        </p:nvCxnSpPr>
        <p:spPr>
          <a:xfrm flipV="1">
            <a:off x="7086600" y="4819651"/>
            <a:ext cx="0" cy="19113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Conector de seta reta 50"/>
          <p:cNvCxnSpPr/>
          <p:nvPr/>
        </p:nvCxnSpPr>
        <p:spPr>
          <a:xfrm flipV="1">
            <a:off x="8210550" y="5981701"/>
            <a:ext cx="0" cy="7492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Conector de seta reta 52"/>
          <p:cNvCxnSpPr/>
          <p:nvPr/>
        </p:nvCxnSpPr>
        <p:spPr>
          <a:xfrm>
            <a:off x="3607858" y="1122892"/>
            <a:ext cx="11642" cy="5608108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Conector de seta reta 54"/>
          <p:cNvCxnSpPr/>
          <p:nvPr/>
        </p:nvCxnSpPr>
        <p:spPr>
          <a:xfrm>
            <a:off x="4830922" y="2114550"/>
            <a:ext cx="9583" cy="4616450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/>
          <p:nvPr/>
        </p:nvCxnSpPr>
        <p:spPr>
          <a:xfrm>
            <a:off x="5805040" y="3257550"/>
            <a:ext cx="7210" cy="3473450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Conector de seta reta 61"/>
          <p:cNvCxnSpPr/>
          <p:nvPr/>
        </p:nvCxnSpPr>
        <p:spPr>
          <a:xfrm>
            <a:off x="6831229" y="4314825"/>
            <a:ext cx="0" cy="2416175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Conector de seta reta 63"/>
          <p:cNvCxnSpPr/>
          <p:nvPr/>
        </p:nvCxnSpPr>
        <p:spPr>
          <a:xfrm>
            <a:off x="7831354" y="5400675"/>
            <a:ext cx="0" cy="1330325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Conector de seta reta 70"/>
          <p:cNvCxnSpPr/>
          <p:nvPr/>
        </p:nvCxnSpPr>
        <p:spPr>
          <a:xfrm flipV="1">
            <a:off x="4610100" y="2114550"/>
            <a:ext cx="0" cy="461645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3" name="Conector de seta reta 72"/>
          <p:cNvCxnSpPr/>
          <p:nvPr/>
        </p:nvCxnSpPr>
        <p:spPr>
          <a:xfrm flipV="1">
            <a:off x="5600700" y="3257550"/>
            <a:ext cx="0" cy="347345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/>
          <p:nvPr/>
        </p:nvCxnSpPr>
        <p:spPr>
          <a:xfrm flipV="1">
            <a:off x="6648450" y="4314825"/>
            <a:ext cx="0" cy="241617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7" name="Conector de seta reta 76"/>
          <p:cNvCxnSpPr/>
          <p:nvPr/>
        </p:nvCxnSpPr>
        <p:spPr>
          <a:xfrm flipV="1">
            <a:off x="7639050" y="5400675"/>
            <a:ext cx="0" cy="133032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9" name="CaixaDeTexto 78"/>
          <p:cNvSpPr txBox="1"/>
          <p:nvPr/>
        </p:nvSpPr>
        <p:spPr>
          <a:xfrm>
            <a:off x="7878263" y="3606284"/>
            <a:ext cx="423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Os 8 primeiros andares descerão de escada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7100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2255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pt-BR" b="1" dirty="0" smtClean="0">
                <a:hlinkClick r:id="rId2"/>
              </a:rPr>
              <a:t>https://www.oleo.co.uk/products/view/hsl-115</a:t>
            </a:r>
            <a:endParaRPr lang="pt-BR" b="1" dirty="0" smtClean="0"/>
          </a:p>
          <a:p>
            <a:pPr fontAlgn="base"/>
            <a:r>
              <a:rPr lang="pt-BR" dirty="0" smtClean="0"/>
              <a:t>http://www.liftsolutions.net/product-sheets/Lift-Solutions-Elevator-Oil-Buffers-Web-2016.pdf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427731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1024</TotalTime>
  <Words>112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Como evacuar um prédio de 100 andares em caso de Incêndio?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Martim Ferreira José</dc:creator>
  <cp:lastModifiedBy>Martim Ferreira José</cp:lastModifiedBy>
  <cp:revision>25</cp:revision>
  <dcterms:created xsi:type="dcterms:W3CDTF">2016-06-03T02:08:43Z</dcterms:created>
  <dcterms:modified xsi:type="dcterms:W3CDTF">2016-06-03T23:06:28Z</dcterms:modified>
</cp:coreProperties>
</file>